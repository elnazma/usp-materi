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335" r:id="rId3"/>
    <p:sldId id="302" r:id="rId4"/>
    <p:sldId id="306" r:id="rId5"/>
    <p:sldId id="307" r:id="rId6"/>
    <p:sldId id="311" r:id="rId7"/>
    <p:sldId id="312" r:id="rId8"/>
    <p:sldId id="304" r:id="rId9"/>
    <p:sldId id="305" r:id="rId10"/>
    <p:sldId id="313" r:id="rId11"/>
    <p:sldId id="336" r:id="rId12"/>
    <p:sldId id="314" r:id="rId13"/>
    <p:sldId id="315" r:id="rId14"/>
    <p:sldId id="316" r:id="rId15"/>
    <p:sldId id="317" r:id="rId16"/>
    <p:sldId id="318" r:id="rId17"/>
    <p:sldId id="319" r:id="rId18"/>
    <p:sldId id="325" r:id="rId19"/>
    <p:sldId id="326" r:id="rId20"/>
    <p:sldId id="320" r:id="rId21"/>
    <p:sldId id="328" r:id="rId22"/>
    <p:sldId id="330" r:id="rId23"/>
    <p:sldId id="331" r:id="rId24"/>
    <p:sldId id="332" r:id="rId25"/>
    <p:sldId id="29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 userDrawn="1">
          <p15:clr>
            <a:srgbClr val="A4A3A4"/>
          </p15:clr>
        </p15:guide>
        <p15:guide id="2" pos="6216" userDrawn="1">
          <p15:clr>
            <a:srgbClr val="A4A3A4"/>
          </p15:clr>
        </p15:guide>
        <p15:guide id="3" pos="1440" userDrawn="1">
          <p15:clr>
            <a:srgbClr val="A4A3A4"/>
          </p15:clr>
        </p15:guide>
        <p15:guide id="4" orient="horz" pos="2489" userDrawn="1">
          <p15:clr>
            <a:srgbClr val="A4A3A4"/>
          </p15:clr>
        </p15:guide>
        <p15:guide id="5" orient="horz" pos="936" userDrawn="1">
          <p15:clr>
            <a:srgbClr val="A4A3A4"/>
          </p15:clr>
        </p15:guide>
        <p15:guide id="6" pos="3840" userDrawn="1">
          <p15:clr>
            <a:srgbClr val="A4A3A4"/>
          </p15:clr>
        </p15:guide>
        <p15:guide id="7" orient="horz" pos="313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97EFD3"/>
    <a:srgbClr val="F15574"/>
    <a:srgbClr val="F4EBE8"/>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99" autoAdjust="0"/>
  </p:normalViewPr>
  <p:slideViewPr>
    <p:cSldViewPr snapToGrid="0" snapToObjects="1" showGuides="1">
      <p:cViewPr varScale="1">
        <p:scale>
          <a:sx n="66" d="100"/>
          <a:sy n="66" d="100"/>
        </p:scale>
        <p:origin x="668" y="44"/>
      </p:cViewPr>
      <p:guideLst>
        <p:guide orient="horz" pos="542"/>
        <p:guide pos="6216"/>
        <p:guide pos="1440"/>
        <p:guide orient="horz" pos="2489"/>
        <p:guide orient="horz" pos="936"/>
        <p:guide pos="3840"/>
        <p:guide orient="horz" pos="3132"/>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10-04T06:29:09.310" idx="1">
    <p:pos x="2250" y="2087"/>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endParaRPr lang="en-US" noProof="0"/>
          </a:p>
        </p:txBody>
      </p:sp>
      <p:sp>
        <p:nvSpPr>
          <p:cNvPr id="3" name="Subtitle 2"/>
          <p:cNvSpPr>
            <a:spLocks noGrp="1"/>
          </p:cNvSpPr>
          <p:nvPr>
            <p:ph type="subTitle" idx="1"/>
          </p:nvPr>
        </p:nvSpPr>
        <p:spPr>
          <a:xfrm>
            <a:off x="1463040" y="4014216"/>
            <a:ext cx="4873752" cy="630936"/>
          </a:xfrm>
        </p:spPr>
        <p:txBody>
          <a:bodyPr>
            <a:noAutofit/>
          </a:bodyPr>
          <a:lstStyle>
            <a:lvl1pPr marL="54610"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a:p>
        </p:txBody>
      </p:sp>
      <p:sp>
        <p:nvSpPr>
          <p:cNvPr id="15" name="Picture Placeholder 13"/>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endParaRPr 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8" name="Google Shape;1251;p56"/>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2" name="Text Placeholder 19"/>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3" name="Text Placeholder 19"/>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4" name="Text Placeholder 19"/>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5" name="Text Placeholder 19"/>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endParaRPr lang="en-US" noProof="0"/>
          </a:p>
        </p:txBody>
      </p:sp>
      <p:sp>
        <p:nvSpPr>
          <p:cNvPr id="27" name="Text Placeholder 26"/>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28" name="Text Placeholder 26"/>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29" name="Text Placeholder 26"/>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30" name="Text Placeholder 26"/>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31" name="Text Placeholder 26"/>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endParaRPr lang="en-US" noProof="0"/>
          </a:p>
        </p:txBody>
      </p:sp>
      <p:sp>
        <p:nvSpPr>
          <p:cNvPr id="6" name="Slide Number Placeholder 5"/>
          <p:cNvSpPr>
            <a:spLocks noGrp="1"/>
          </p:cNvSpPr>
          <p:nvPr>
            <p:ph type="sldNum" sz="quarter" idx="12"/>
          </p:nvPr>
        </p:nvSpPr>
        <p:spPr/>
        <p:txBody>
          <a:bodyPr/>
          <a:lstStyle/>
          <a:p>
            <a:fld id="{8D0AFDD5-844D-364D-8AEC-50CF4D36D55D}" type="slidenum">
              <a:rPr lang="en-US" noProof="0" smtClean="0"/>
            </a:fld>
            <a:endParaRPr lang="en-US" noProof="0"/>
          </a:p>
        </p:txBody>
      </p:sp>
      <p:sp>
        <p:nvSpPr>
          <p:cNvPr id="5" name="Footer Placeholder 4"/>
          <p:cNvSpPr>
            <a:spLocks noGrp="1"/>
          </p:cNvSpPr>
          <p:nvPr>
            <p:ph type="ftr" sz="quarter" idx="11"/>
          </p:nvPr>
        </p:nvSpPr>
        <p:spPr/>
        <p:txBody>
          <a:bodyPr/>
          <a:lstStyle/>
          <a:p>
            <a:r>
              <a:rPr lang="en-US" noProof="0"/>
              <a:t>Presentation title</a:t>
            </a:r>
            <a:endParaRPr lang="en-US" noProof="0"/>
          </a:p>
        </p:txBody>
      </p:sp>
      <p:sp>
        <p:nvSpPr>
          <p:cNvPr id="4" name="Date Placeholder 3"/>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endParaRPr lang="en-US" noProof="0"/>
          </a:p>
        </p:txBody>
      </p:sp>
      <p:sp>
        <p:nvSpPr>
          <p:cNvPr id="10" name="Picture Placeholder 9"/>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endParaRPr lang="en-US" noProof="0"/>
          </a:p>
        </p:txBody>
      </p:sp>
      <p:sp>
        <p:nvSpPr>
          <p:cNvPr id="3" name="Content Placeholder 2"/>
          <p:cNvSpPr>
            <a:spLocks noGrp="1"/>
          </p:cNvSpPr>
          <p:nvPr>
            <p:ph idx="1"/>
          </p:nvPr>
        </p:nvSpPr>
        <p:spPr>
          <a:xfrm>
            <a:off x="1389888" y="3054096"/>
            <a:ext cx="5010912" cy="2130552"/>
          </a:xfrm>
        </p:spPr>
        <p:txBody>
          <a:bodyPr/>
          <a:lstStyle>
            <a:lvl1pPr marL="54610"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endParaRPr lang="en-US" noProof="0"/>
          </a:p>
        </p:txBody>
      </p:sp>
      <p:cxnSp>
        <p:nvCxnSpPr>
          <p:cNvPr id="28" name="Straight Connector 27"/>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fld>
            <a:endParaRPr lang="en-US" noProof="0"/>
          </a:p>
        </p:txBody>
      </p:sp>
      <p:grpSp>
        <p:nvGrpSpPr>
          <p:cNvPr id="13" name="Group 12"/>
          <p:cNvGrpSpPr/>
          <p:nvPr userDrawn="1"/>
        </p:nvGrpSpPr>
        <p:grpSpPr>
          <a:xfrm>
            <a:off x="0" y="6527001"/>
            <a:ext cx="8294153" cy="5617"/>
            <a:chOff x="0" y="6527001"/>
            <a:chExt cx="8294153" cy="5617"/>
          </a:xfrm>
        </p:grpSpPr>
        <p:cxnSp>
          <p:nvCxnSpPr>
            <p:cNvPr id="14" name="Straight Connector 13"/>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endParaRPr lang="en-US" noProof="0"/>
          </a:p>
        </p:txBody>
      </p:sp>
      <p:sp>
        <p:nvSpPr>
          <p:cNvPr id="3" name="Text Placeholder 2"/>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endParaRPr lang="en-US" noProof="0"/>
          </a:p>
        </p:txBody>
      </p:sp>
      <p:sp>
        <p:nvSpPr>
          <p:cNvPr id="8" name="Google Shape;1251;p56"/>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endParaRPr lang="en-U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3" name="Content Placeholder 2"/>
          <p:cNvSpPr>
            <a:spLocks noGrp="1"/>
          </p:cNvSpPr>
          <p:nvPr>
            <p:ph idx="1"/>
          </p:nvPr>
        </p:nvSpPr>
        <p:spPr>
          <a:xfrm>
            <a:off x="484632" y="1810512"/>
            <a:ext cx="11000232" cy="4160520"/>
          </a:xfrm>
        </p:spPr>
        <p:txBody>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Slide Number Placeholder 5"/>
          <p:cNvSpPr>
            <a:spLocks noGrp="1"/>
          </p:cNvSpPr>
          <p:nvPr>
            <p:ph type="sldNum" sz="quarter" idx="12"/>
          </p:nvPr>
        </p:nvSpPr>
        <p:spPr/>
        <p:txBody>
          <a:bodyPr/>
          <a:lstStyle/>
          <a:p>
            <a:fld id="{8D0AFDD5-844D-364D-8AEC-50CF4D36D55D}" type="slidenum">
              <a:rPr lang="en-US" noProof="0" smtClean="0"/>
            </a:fld>
            <a:endParaRPr lang="en-US" noProof="0"/>
          </a:p>
        </p:txBody>
      </p:sp>
      <p:sp>
        <p:nvSpPr>
          <p:cNvPr id="5" name="Footer Placeholder 4"/>
          <p:cNvSpPr>
            <a:spLocks noGrp="1"/>
          </p:cNvSpPr>
          <p:nvPr>
            <p:ph type="ftr" sz="quarter" idx="11"/>
          </p:nvPr>
        </p:nvSpPr>
        <p:spPr/>
        <p:txBody>
          <a:bodyPr/>
          <a:lstStyle/>
          <a:p>
            <a:r>
              <a:rPr lang="en-US" noProof="0"/>
              <a:t>Presentation title</a:t>
            </a:r>
            <a:endParaRPr lang="en-US" noProof="0"/>
          </a:p>
        </p:txBody>
      </p:sp>
      <p:sp>
        <p:nvSpPr>
          <p:cNvPr id="4" name="Date Placeholder 3"/>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endParaRPr lang="en-US" noProof="0"/>
          </a:p>
        </p:txBody>
      </p:sp>
      <p:sp>
        <p:nvSpPr>
          <p:cNvPr id="18" name="Text Placeholder 15"/>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endParaRPr lang="en-US" noProof="0"/>
          </a:p>
        </p:txBody>
      </p:sp>
      <p:sp>
        <p:nvSpPr>
          <p:cNvPr id="3" name="Content Placeholder 2"/>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endParaRPr lang="en-US" noProof="0"/>
          </a:p>
        </p:txBody>
      </p:sp>
      <p:sp>
        <p:nvSpPr>
          <p:cNvPr id="17" name="Text Placeholder 15"/>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endParaRPr lang="en-US" noProof="0"/>
          </a:p>
        </p:txBody>
      </p:sp>
      <p:sp>
        <p:nvSpPr>
          <p:cNvPr id="7" name="Date Placeholder 6"/>
          <p:cNvSpPr>
            <a:spLocks noGrp="1"/>
          </p:cNvSpPr>
          <p:nvPr>
            <p:ph type="dt" sz="half" idx="16"/>
          </p:nvPr>
        </p:nvSpPr>
        <p:spPr/>
        <p:txBody>
          <a:bodyPr/>
          <a:lstStyle/>
          <a:p>
            <a:r>
              <a:rPr lang="en-US" noProof="0"/>
              <a:t>20XX</a:t>
            </a:r>
            <a:endParaRPr lang="en-US" noProof="0"/>
          </a:p>
        </p:txBody>
      </p:sp>
      <p:sp>
        <p:nvSpPr>
          <p:cNvPr id="8" name="Footer Placeholder 7"/>
          <p:cNvSpPr>
            <a:spLocks noGrp="1"/>
          </p:cNvSpPr>
          <p:nvPr>
            <p:ph type="ftr" sz="quarter" idx="17"/>
          </p:nvPr>
        </p:nvSpPr>
        <p:spPr/>
        <p:txBody>
          <a:bodyPr/>
          <a:lstStyle/>
          <a:p>
            <a:r>
              <a:rPr lang="en-US" noProof="0"/>
              <a:t>Presentation title</a:t>
            </a:r>
            <a:endParaRPr lang="en-US" noProof="0"/>
          </a:p>
        </p:txBody>
      </p:sp>
      <p:sp>
        <p:nvSpPr>
          <p:cNvPr id="9" name="Slide Number Placeholder 8"/>
          <p:cNvSpPr>
            <a:spLocks noGrp="1"/>
          </p:cNvSpPr>
          <p:nvPr>
            <p:ph type="sldNum" sz="quarter" idx="18"/>
          </p:nvPr>
        </p:nvSpPr>
        <p:spPr/>
        <p:txBody>
          <a:bodyPr/>
          <a:lstStyle/>
          <a:p>
            <a:fld id="{8D0AFDD5-844D-364D-8AEC-50CF4D36D55D}" type="slidenum">
              <a:rPr lang="en-US" noProof="0" smtClean="0"/>
            </a:fld>
            <a:endParaRPr lang="en-U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endParaRPr lang="en-US" noProof="0"/>
          </a:p>
        </p:txBody>
      </p:sp>
      <p:sp>
        <p:nvSpPr>
          <p:cNvPr id="7" name="Google Shape;1149;p53"/>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3" name="Picture Placeholder 22"/>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28" name="Text Placeholder 26"/>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sp>
        <p:nvSpPr>
          <p:cNvPr id="29" name="Text Placeholder 24"/>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30" name="Picture Placeholder 22"/>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1" name="Text Placeholder 26"/>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sp>
        <p:nvSpPr>
          <p:cNvPr id="32" name="Text Placeholder 24"/>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33" name="Picture Placeholder 22"/>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4" name="Text Placeholder 26"/>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sp>
        <p:nvSpPr>
          <p:cNvPr id="35" name="Text Placeholder 24"/>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36" name="Picture Placeholder 22"/>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7" name="Text Placeholder 26"/>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endParaRPr lang="en-US" noProof="0"/>
          </a:p>
        </p:txBody>
      </p:sp>
      <p:cxnSp>
        <p:nvCxnSpPr>
          <p:cNvPr id="47" name="Straight Connector 46"/>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noProof="0"/>
              <a:t>Presentation title</a:t>
            </a:r>
            <a:endParaRPr lang="en-US" noProof="0"/>
          </a:p>
        </p:txBody>
      </p:sp>
      <p:sp>
        <p:nvSpPr>
          <p:cNvPr id="3" name="Date Placeholder 2"/>
          <p:cNvSpPr>
            <a:spLocks noGrp="1"/>
          </p:cNvSpPr>
          <p:nvPr>
            <p:ph type="dt" sz="half" idx="10"/>
          </p:nvPr>
        </p:nvSpPr>
        <p:spPr/>
        <p:txBody>
          <a:bodyPr/>
          <a:lstStyle>
            <a:lvl1pPr>
              <a:defRPr>
                <a:solidFill>
                  <a:schemeClr val="bg1"/>
                </a:solidFill>
              </a:defRPr>
            </a:lvl1pPr>
          </a:lstStyle>
          <a:p>
            <a:r>
              <a:rPr lang="en-US" noProof="0"/>
              <a:t>20XX</a:t>
            </a:r>
            <a:endParaRPr lang="en-U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p:cNvSpPr>
            <a:spLocks noGrp="1"/>
          </p:cNvSpPr>
          <p:nvPr>
            <p:ph type="title"/>
          </p:nvPr>
        </p:nvSpPr>
        <p:spPr/>
        <p:txBody>
          <a:bodyPr/>
          <a:lstStyle>
            <a:lvl1pPr>
              <a:defRPr>
                <a:solidFill>
                  <a:schemeClr val="tx1"/>
                </a:solidFill>
              </a:defRPr>
            </a:lvl1pPr>
          </a:lstStyle>
          <a:p>
            <a:r>
              <a:rPr lang="en-US" noProof="0"/>
              <a:t>Click to edit Master title style</a:t>
            </a:r>
            <a:endParaRPr lang="en-US" noProof="0"/>
          </a:p>
        </p:txBody>
      </p:sp>
      <p:sp>
        <p:nvSpPr>
          <p:cNvPr id="25" name="Text Placeholder 24"/>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23" name="Picture Placeholder 22"/>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28" name="Text Placeholder 26"/>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46" name="Text Placeholder 24"/>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57" name="Picture Placeholder 22"/>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47" name="Text Placeholder 26"/>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29" name="Text Placeholder 24"/>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30" name="Picture Placeholder 22"/>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1" name="Text Placeholder 26"/>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48" name="Text Placeholder 24"/>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49" name="Picture Placeholder 22"/>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50" name="Text Placeholder 26"/>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32" name="Text Placeholder 24"/>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33" name="Picture Placeholder 22"/>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4" name="Text Placeholder 26"/>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51" name="Text Placeholder 24"/>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52" name="Picture Placeholder 22"/>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53" name="Text Placeholder 26"/>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35" name="Text Placeholder 24"/>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36" name="Picture Placeholder 22"/>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37" name="Text Placeholder 26"/>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endParaRPr lang="en-US" noProof="0"/>
          </a:p>
        </p:txBody>
      </p:sp>
      <p:sp>
        <p:nvSpPr>
          <p:cNvPr id="54" name="Text Placeholder 24"/>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endParaRPr lang="en-US" noProof="0"/>
          </a:p>
        </p:txBody>
      </p:sp>
      <p:sp>
        <p:nvSpPr>
          <p:cNvPr id="55" name="Picture Placeholder 22"/>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endParaRPr lang="en-US" noProof="0"/>
          </a:p>
        </p:txBody>
      </p:sp>
      <p:sp>
        <p:nvSpPr>
          <p:cNvPr id="56" name="Text Placeholder 26"/>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endParaRPr lang="en-U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endParaRPr lang="en-US" noProof="0"/>
          </a:p>
        </p:txBody>
      </p:sp>
      <p:sp>
        <p:nvSpPr>
          <p:cNvPr id="7" name="Google Shape;1247;p56"/>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endParaRPr lang="en-US" noProof="0"/>
          </a:p>
        </p:txBody>
      </p:sp>
      <p:sp>
        <p:nvSpPr>
          <p:cNvPr id="53" name="Text Placeholder 52"/>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58" name="Text Placeholder 52"/>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48" name="Picture Placeholder 46"/>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endParaRPr lang="en-US" noProof="0"/>
          </a:p>
        </p:txBody>
      </p:sp>
      <p:sp>
        <p:nvSpPr>
          <p:cNvPr id="54" name="Text Placeholder 52"/>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59" name="Text Placeholder 52"/>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49" name="Picture Placeholder 46"/>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endParaRPr lang="en-US" noProof="0"/>
          </a:p>
        </p:txBody>
      </p:sp>
      <p:sp>
        <p:nvSpPr>
          <p:cNvPr id="55" name="Text Placeholder 52"/>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60" name="Text Placeholder 52"/>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50" name="Picture Placeholder 46"/>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endParaRPr lang="en-US" noProof="0"/>
          </a:p>
        </p:txBody>
      </p:sp>
      <p:sp>
        <p:nvSpPr>
          <p:cNvPr id="56" name="Text Placeholder 52"/>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61" name="Text Placeholder 52"/>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
        <p:nvSpPr>
          <p:cNvPr id="51" name="Picture Placeholder 46"/>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endParaRPr lang="en-US" noProof="0"/>
          </a:p>
        </p:txBody>
      </p:sp>
      <p:sp>
        <p:nvSpPr>
          <p:cNvPr id="57" name="Text Placeholder 52"/>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endParaRPr lang="en-US" noProof="0"/>
          </a:p>
        </p:txBody>
      </p:sp>
      <p:sp>
        <p:nvSpPr>
          <p:cNvPr id="62" name="Text Placeholder 52"/>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endParaRPr lang="en-U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endParaRPr lang="en-US" noProof="0"/>
          </a:p>
        </p:txBody>
      </p:sp>
      <p:sp>
        <p:nvSpPr>
          <p:cNvPr id="36" name="Text Placeholder 35"/>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40" name="Text Placeholder 35"/>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43" name="Text Placeholder 35"/>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39" name="Text Placeholder 35"/>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
        <p:nvSpPr>
          <p:cNvPr id="41" name="Text Placeholder 35"/>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endParaRPr lang="en-US" noProof="0"/>
          </a:p>
          <a:p>
            <a:pPr lvl="1"/>
            <a:r>
              <a:rPr lang="en-US" noProof="0"/>
              <a:t>Second level</a:t>
            </a:r>
            <a:endParaRPr lang="en-U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p:cNvSpPr>
            <a:spLocks noGrp="1"/>
          </p:cNvSpPr>
          <p:nvPr>
            <p:ph type="title"/>
          </p:nvPr>
        </p:nvSpPr>
        <p:spPr/>
        <p:txBody>
          <a:bodyPr/>
          <a:lstStyle/>
          <a:p>
            <a:r>
              <a:rPr lang="en-US" noProof="0"/>
              <a:t>Click to edit Master title style</a:t>
            </a:r>
            <a:endParaRPr lang="en-US" noProof="0"/>
          </a:p>
        </p:txBody>
      </p:sp>
      <p:sp>
        <p:nvSpPr>
          <p:cNvPr id="21" name="Text Placeholder 2"/>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endParaRPr lang="en-US" noProof="0"/>
          </a:p>
        </p:txBody>
      </p:sp>
      <p:sp>
        <p:nvSpPr>
          <p:cNvPr id="4" name="Content Placeholder 3"/>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22" name="Text Placeholder 4"/>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endParaRPr lang="en-US" noProof="0"/>
          </a:p>
        </p:txBody>
      </p:sp>
      <p:sp>
        <p:nvSpPr>
          <p:cNvPr id="20" name="Content Placeholder 3"/>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9" name="Slide Number Placeholder 8"/>
          <p:cNvSpPr>
            <a:spLocks noGrp="1"/>
          </p:cNvSpPr>
          <p:nvPr>
            <p:ph type="sldNum" sz="quarter" idx="12"/>
          </p:nvPr>
        </p:nvSpPr>
        <p:spPr/>
        <p:txBody>
          <a:bodyPr/>
          <a:lstStyle/>
          <a:p>
            <a:fld id="{8D0AFDD5-844D-364D-8AEC-50CF4D36D55D}" type="slidenum">
              <a:rPr lang="en-US" noProof="0" smtClean="0"/>
            </a:fld>
            <a:endParaRPr lang="en-US" noProof="0"/>
          </a:p>
        </p:txBody>
      </p:sp>
      <p:sp>
        <p:nvSpPr>
          <p:cNvPr id="8" name="Footer Placeholder 7"/>
          <p:cNvSpPr>
            <a:spLocks noGrp="1"/>
          </p:cNvSpPr>
          <p:nvPr>
            <p:ph type="ftr" sz="quarter" idx="11"/>
          </p:nvPr>
        </p:nvSpPr>
        <p:spPr/>
        <p:txBody>
          <a:bodyPr/>
          <a:lstStyle/>
          <a:p>
            <a:r>
              <a:rPr lang="en-US" noProof="0"/>
              <a:t>Presentation title</a:t>
            </a:r>
            <a:endParaRPr lang="en-US" noProof="0"/>
          </a:p>
        </p:txBody>
      </p:sp>
      <p:sp>
        <p:nvSpPr>
          <p:cNvPr id="7" name="Date Placeholder 6"/>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7" name="Google Shape;1148;p53"/>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1" name="Content Placeholder 3"/>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20" name="Text Placeholder 24"/>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3" name="Content Placeholder 3"/>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5" name="Slide Number Placeholder 4"/>
          <p:cNvSpPr>
            <a:spLocks noGrp="1"/>
          </p:cNvSpPr>
          <p:nvPr>
            <p:ph type="sldNum" sz="quarter" idx="12"/>
          </p:nvPr>
        </p:nvSpPr>
        <p:spPr/>
        <p:txBody>
          <a:body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p>
            <a:r>
              <a:rPr lang="en-US" noProof="0"/>
              <a:t>Presentation title</a:t>
            </a:r>
            <a:endParaRPr lang="en-US" noProof="0"/>
          </a:p>
        </p:txBody>
      </p:sp>
      <p:sp>
        <p:nvSpPr>
          <p:cNvPr id="3" name="Date Placeholder 2"/>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7" name="Google Shape;1148;p53"/>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1" name="Content Placeholder 3"/>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19" name="Text Placeholder 24"/>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2" name="Content Placeholder 3"/>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20" name="Text Placeholder 24"/>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endParaRPr lang="en-US" noProof="0"/>
          </a:p>
        </p:txBody>
      </p:sp>
      <p:sp>
        <p:nvSpPr>
          <p:cNvPr id="23" name="Content Placeholder 3"/>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p:txBody>
      </p:sp>
      <p:sp>
        <p:nvSpPr>
          <p:cNvPr id="5" name="Slide Number Placeholder 4"/>
          <p:cNvSpPr>
            <a:spLocks noGrp="1"/>
          </p:cNvSpPr>
          <p:nvPr>
            <p:ph type="sldNum" sz="quarter" idx="12"/>
          </p:nvPr>
        </p:nvSpPr>
        <p:spPr/>
        <p:txBody>
          <a:body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p>
            <a:r>
              <a:rPr lang="en-US" noProof="0"/>
              <a:t>Presentation title</a:t>
            </a:r>
            <a:endParaRPr lang="en-US" noProof="0"/>
          </a:p>
        </p:txBody>
      </p:sp>
      <p:sp>
        <p:nvSpPr>
          <p:cNvPr id="3" name="Date Placeholder 2"/>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endParaRPr lang="en-US" noProof="0"/>
          </a:p>
        </p:txBody>
      </p:sp>
      <p:sp>
        <p:nvSpPr>
          <p:cNvPr id="19" name="Picture Placeholder 18"/>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endParaRPr lang="en-US" noProof="0"/>
          </a:p>
        </p:txBody>
      </p:sp>
      <p:sp>
        <p:nvSpPr>
          <p:cNvPr id="15" name="Content Placeholder 2"/>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endParaRPr lang="en-US" noProof="0"/>
          </a:p>
        </p:txBody>
      </p:sp>
      <p:sp>
        <p:nvSpPr>
          <p:cNvPr id="5" name="Slide Number Placeholder 4"/>
          <p:cNvSpPr>
            <a:spLocks noGrp="1"/>
          </p:cNvSpPr>
          <p:nvPr>
            <p:ph type="sldNum" sz="quarter" idx="12"/>
          </p:nvPr>
        </p:nvSpPr>
        <p:spPr>
          <a:xfrm>
            <a:off x="8072901" y="6400904"/>
            <a:ext cx="365760" cy="246888"/>
          </a:xfrm>
        </p:spPr>
        <p:txBody>
          <a:bodyPr/>
          <a:lstStyle/>
          <a:p>
            <a:fld id="{8D0AFDD5-844D-364D-8AEC-50CF4D36D55D}" type="slidenum">
              <a:rPr lang="en-US" noProof="0" smtClean="0"/>
            </a:fld>
            <a:endParaRPr lang="en-US" noProof="0"/>
          </a:p>
        </p:txBody>
      </p:sp>
      <p:cxnSp>
        <p:nvCxnSpPr>
          <p:cNvPr id="21" name="Straight Connector 20"/>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endParaRPr lang="en-US" noProof="0"/>
          </a:p>
        </p:txBody>
      </p:sp>
      <p:sp>
        <p:nvSpPr>
          <p:cNvPr id="3" name="Subtitle 2"/>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a:p>
        </p:txBody>
      </p:sp>
      <p:sp>
        <p:nvSpPr>
          <p:cNvPr id="15" name="Picture Placeholder 13"/>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endParaRPr 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a:p>
        </p:txBody>
      </p:sp>
      <p:sp>
        <p:nvSpPr>
          <p:cNvPr id="5" name="Slide Number Placeholder 4"/>
          <p:cNvSpPr>
            <a:spLocks noGrp="1"/>
          </p:cNvSpPr>
          <p:nvPr>
            <p:ph type="sldNum" sz="quarter" idx="12"/>
          </p:nvPr>
        </p:nvSpPr>
        <p:spPr/>
        <p:txBody>
          <a:bodyPr/>
          <a:lstStyle/>
          <a:p>
            <a:fld id="{8D0AFDD5-844D-364D-8AEC-50CF4D36D55D}" type="slidenum">
              <a:rPr lang="en-US" noProof="0" smtClean="0"/>
            </a:fld>
            <a:endParaRPr lang="en-US" noProof="0"/>
          </a:p>
        </p:txBody>
      </p:sp>
      <p:sp>
        <p:nvSpPr>
          <p:cNvPr id="4" name="Footer Placeholder 3"/>
          <p:cNvSpPr>
            <a:spLocks noGrp="1"/>
          </p:cNvSpPr>
          <p:nvPr>
            <p:ph type="ftr" sz="quarter" idx="11"/>
          </p:nvPr>
        </p:nvSpPr>
        <p:spPr/>
        <p:txBody>
          <a:bodyPr/>
          <a:lstStyle/>
          <a:p>
            <a:r>
              <a:rPr lang="en-US" noProof="0"/>
              <a:t>Presentation title</a:t>
            </a:r>
            <a:endParaRPr lang="en-US" noProof="0"/>
          </a:p>
        </p:txBody>
      </p:sp>
      <p:sp>
        <p:nvSpPr>
          <p:cNvPr id="3" name="Date Placeholder 2"/>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D0AFDD5-844D-364D-8AEC-50CF4D36D55D}" type="slidenum">
              <a:rPr lang="en-US" noProof="0" smtClean="0"/>
            </a:fld>
            <a:endParaRPr lang="en-US" noProof="0"/>
          </a:p>
        </p:txBody>
      </p:sp>
      <p:sp>
        <p:nvSpPr>
          <p:cNvPr id="3" name="Footer Placeholder 2"/>
          <p:cNvSpPr>
            <a:spLocks noGrp="1"/>
          </p:cNvSpPr>
          <p:nvPr>
            <p:ph type="ftr" sz="quarter" idx="11"/>
          </p:nvPr>
        </p:nvSpPr>
        <p:spPr/>
        <p:txBody>
          <a:bodyPr/>
          <a:lstStyle/>
          <a:p>
            <a:r>
              <a:rPr lang="en-US" noProof="0"/>
              <a:t>Presentation title</a:t>
            </a:r>
            <a:endParaRPr lang="en-US" noProof="0"/>
          </a:p>
        </p:txBody>
      </p:sp>
      <p:sp>
        <p:nvSpPr>
          <p:cNvPr id="2" name="Date Placeholder 1"/>
          <p:cNvSpPr>
            <a:spLocks noGrp="1"/>
          </p:cNvSpPr>
          <p:nvPr>
            <p:ph type="dt" sz="half" idx="10"/>
          </p:nvPr>
        </p:nvSpPr>
        <p:spPr/>
        <p:txBody>
          <a:bodyPr/>
          <a:lstStyle/>
          <a:p>
            <a:r>
              <a:rPr lang="en-US" noProof="0"/>
              <a:t>20XX</a:t>
            </a:r>
            <a:endParaRPr 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endParaRPr lang="en-US" dirty="0"/>
          </a:p>
        </p:txBody>
      </p:sp>
      <p:sp>
        <p:nvSpPr>
          <p:cNvPr id="5" name="Footer Placeholder 4"/>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endParaRPr lang="en-US" dirty="0"/>
          </a:p>
        </p:txBody>
      </p:sp>
      <p:sp>
        <p:nvSpPr>
          <p:cNvPr id="6" name="Slide Number Placeholder 5"/>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fld>
            <a:endParaRPr lang="en-US" dirty="0"/>
          </a:p>
        </p:txBody>
      </p:sp>
      <p:cxnSp>
        <p:nvCxnSpPr>
          <p:cNvPr id="8" name="Straight Connector 7"/>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Placeholder 4"/>
          <p:cNvPicPr>
            <a:picLocks noChangeAspect="1"/>
          </p:cNvPicPr>
          <p:nvPr>
            <p:ph type="pic" sz="quarter" idx="10"/>
          </p:nvPr>
        </p:nvPicPr>
        <p:blipFill>
          <a:blip r:embed="rId1"/>
          <a:stretch>
            <a:fillRect/>
          </a:stretch>
        </p:blipFill>
        <p:spPr>
          <a:xfrm>
            <a:off x="928370" y="808355"/>
            <a:ext cx="10153015" cy="4912995"/>
          </a:xfrm>
          <a:prstGeom prst="rect">
            <a:avLst/>
          </a:prstGeom>
        </p:spPr>
      </p:pic>
      <p:sp>
        <p:nvSpPr>
          <p:cNvPr id="2" name="Title 1"/>
          <p:cNvSpPr>
            <a:spLocks noGrp="1"/>
          </p:cNvSpPr>
          <p:nvPr>
            <p:ph type="ctrTitle"/>
          </p:nvPr>
        </p:nvSpPr>
        <p:spPr>
          <a:xfrm>
            <a:off x="949325" y="2149475"/>
            <a:ext cx="5387340" cy="3032125"/>
          </a:xfrm>
        </p:spPr>
        <p:txBody>
          <a:bodyPr/>
          <a:p>
            <a:r>
              <a:rPr lang="en-US" sz="3200" dirty="0">
                <a:latin typeface="Algerian" panose="04020705040A02060702" pitchFamily="82" charset="0"/>
                <a:sym typeface="+mn-ea"/>
              </a:rPr>
              <a:t>MATERI PAI</a:t>
            </a:r>
            <a:r>
              <a:rPr lang="en-US" sz="3200" dirty="0">
                <a:sym typeface="+mn-ea"/>
              </a:rPr>
              <a:t> </a:t>
            </a:r>
            <a:br>
              <a:rPr lang="en-US" sz="3200" dirty="0">
                <a:sym typeface="+mn-ea"/>
              </a:rPr>
            </a:br>
            <a:r>
              <a:rPr lang="en-US" sz="3200" dirty="0">
                <a:latin typeface="Algerian" panose="04020705040A02060702" pitchFamily="82" charset="0"/>
                <a:sym typeface="+mn-ea"/>
              </a:rPr>
              <a:t>UNTUK USP </a:t>
            </a:r>
            <a:br>
              <a:rPr lang="en-US" sz="3200" dirty="0">
                <a:latin typeface="Algerian" panose="04020705040A02060702" pitchFamily="82" charset="0"/>
                <a:sym typeface="+mn-ea"/>
              </a:rPr>
            </a:br>
            <a:r>
              <a:rPr lang="en-US" sz="3200" dirty="0">
                <a:latin typeface="Algerian" panose="04020705040A02060702" pitchFamily="82" charset="0"/>
                <a:sym typeface="+mn-ea"/>
              </a:rPr>
              <a:t>12</a:t>
            </a:r>
            <a:r>
              <a:rPr lang="en-US" sz="3200" dirty="0">
                <a:latin typeface="Algerian" panose="04020705040A02060702" pitchFamily="82" charset="0"/>
                <a:sym typeface="+mn-ea"/>
              </a:rPr>
              <a:t>  </a:t>
            </a:r>
            <a:r>
              <a:rPr lang="en-US" sz="3200" dirty="0" err="1">
                <a:latin typeface="Algerian" panose="04020705040A02060702" pitchFamily="82" charset="0"/>
                <a:sym typeface="+mn-ea"/>
              </a:rPr>
              <a:t>Oktober</a:t>
            </a:r>
            <a:r>
              <a:rPr lang="en-US" sz="3200" dirty="0">
                <a:latin typeface="Algerian" panose="04020705040A02060702" pitchFamily="82" charset="0"/>
                <a:sym typeface="+mn-ea"/>
              </a:rPr>
              <a:t> 2023</a:t>
            </a:r>
            <a:endParaRPr lang="en-US" sz="3200"/>
          </a:p>
        </p:txBody>
      </p:sp>
      <p:sp>
        <p:nvSpPr>
          <p:cNvPr id="3" name="Subtitle 2"/>
          <p:cNvSpPr>
            <a:spLocks noGrp="1"/>
          </p:cNvSpPr>
          <p:nvPr>
            <p:ph type="subTitle" idx="1"/>
          </p:nvPr>
        </p:nvSpPr>
        <p:spPr>
          <a:xfrm>
            <a:off x="1003300" y="5181600"/>
            <a:ext cx="5333365" cy="550545"/>
          </a:xfrm>
        </p:spPr>
        <p:txBody>
          <a:bodyPr/>
          <a:p>
            <a:r>
              <a:rPr lang="en-US" dirty="0">
                <a:sym typeface="+mn-ea"/>
              </a:rPr>
              <a:t>Oleh Ibu Chuzaemah, </a:t>
            </a:r>
            <a:r>
              <a:rPr lang="en-US" dirty="0" err="1">
                <a:sym typeface="+mn-ea"/>
              </a:rPr>
              <a:t>S.Pd.I</a:t>
            </a:r>
            <a:r>
              <a:rPr lang="en-US" dirty="0">
                <a:sym typeface="+mn-ea"/>
              </a:rPr>
              <a:t>, </a:t>
            </a:r>
            <a:r>
              <a:rPr lang="en-US" dirty="0" err="1">
                <a:sym typeface="+mn-ea"/>
              </a:rPr>
              <a:t>M.Si</a:t>
            </a:r>
            <a:r>
              <a:rPr lang="en-US" dirty="0">
                <a:sym typeface="+mn-ea"/>
              </a:rPr>
              <a:t>​</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463040" y="827405"/>
            <a:ext cx="9609455" cy="858520"/>
          </a:xfrm>
        </p:spPr>
        <p:txBody>
          <a:bodyPr/>
          <a:p>
            <a:r>
              <a:rPr lang="en-US" sz="4400"/>
              <a:t>C.Aktualisasi Fitrah Manusia</a:t>
            </a:r>
            <a:endParaRPr lang="en-US" sz="4400"/>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1070610" y="1678940"/>
            <a:ext cx="10010775" cy="2323465"/>
          </a:xfrm>
          <a:prstGeom prst="rect">
            <a:avLst/>
          </a:prstGeom>
        </p:spPr>
      </p:pic>
      <p:pic>
        <p:nvPicPr>
          <p:cNvPr id="4" name="Picture 3"/>
          <p:cNvPicPr>
            <a:picLocks noChangeAspect="1"/>
          </p:cNvPicPr>
          <p:nvPr/>
        </p:nvPicPr>
        <p:blipFill>
          <a:blip r:embed="rId2"/>
          <a:stretch>
            <a:fillRect/>
          </a:stretch>
        </p:blipFill>
        <p:spPr>
          <a:xfrm>
            <a:off x="1070610" y="3973830"/>
            <a:ext cx="9966325" cy="1772920"/>
          </a:xfrm>
          <a:prstGeom prst="rect">
            <a:avLst/>
          </a:prstGeom>
        </p:spPr>
      </p:pic>
      <p:sp>
        <p:nvSpPr>
          <p:cNvPr id="10" name="Text Box 9"/>
          <p:cNvSpPr txBox="1"/>
          <p:nvPr/>
        </p:nvSpPr>
        <p:spPr>
          <a:xfrm>
            <a:off x="10243185" y="1268095"/>
            <a:ext cx="309880" cy="368300"/>
          </a:xfrm>
          <a:prstGeom prst="rect">
            <a:avLst/>
          </a:prstGeom>
          <a:noFill/>
        </p:spPr>
        <p:txBody>
          <a:bodyPr wrap="none" rtlCol="0">
            <a:spAutoFit/>
          </a:bodyPr>
          <a:p>
            <a:endParaRPr lang="en-US"/>
          </a:p>
        </p:txBody>
      </p:sp>
      <p:sp>
        <p:nvSpPr>
          <p:cNvPr id="11" name="Rectangles 10"/>
          <p:cNvSpPr/>
          <p:nvPr/>
        </p:nvSpPr>
        <p:spPr>
          <a:xfrm>
            <a:off x="1076325" y="3773170"/>
            <a:ext cx="3862070" cy="8515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800">
                <a:solidFill>
                  <a:schemeClr val="tx1"/>
                </a:solidFill>
              </a:rPr>
              <a:t>QS: Al An’am : 79</a:t>
            </a:r>
            <a:endParaRPr lang="en-US" sz="2800">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78535" y="889000"/>
            <a:ext cx="10174605" cy="3061335"/>
          </a:xfrm>
        </p:spPr>
        <p:txBody>
          <a:bodyPr/>
          <a:p>
            <a:pPr algn="just"/>
            <a:r>
              <a:rPr lang="en-US" sz="2400"/>
              <a:t>Penjelasan mengenai aktualisasi fitrah manusia adalah sejalan dengan tujuan pendidikan Islam. Artinya, tujuan pendidikan Islam merupakan penggambaran nilai-nilai islami yang hendak diwujudkan dalam pribadi peserta didik pada akhir dari proses tersebut.tujuan pendidikan Islam merupakan perwujudan nilai-nilai islami dalam pribadi peserta didik yang diikhtiarkan oleh pendidik muslim melalui  proses yang tertuju pada hasil (produk). Produk </a:t>
            </a:r>
            <a:endParaRPr lang="en-US" sz="2400"/>
          </a:p>
        </p:txBody>
      </p:sp>
      <p:sp>
        <p:nvSpPr>
          <p:cNvPr id="3" name="Subtitle 2"/>
          <p:cNvSpPr>
            <a:spLocks noGrp="1"/>
          </p:cNvSpPr>
          <p:nvPr>
            <p:ph type="subTitle" idx="1"/>
          </p:nvPr>
        </p:nvSpPr>
        <p:spPr>
          <a:xfrm>
            <a:off x="953135" y="3903980"/>
            <a:ext cx="10128250" cy="1903095"/>
          </a:xfrm>
        </p:spPr>
        <p:txBody>
          <a:bodyPr/>
          <a:p>
            <a:pPr algn="just"/>
            <a:r>
              <a:rPr lang="en-US" sz="2400"/>
              <a:t>Produk tersebut adalah produk yang berkepribadian Islam yang beriman, bertakwa, dan berilmu pengetahuan yang sanggup mengembangkan dirinya menjadi hamba Allah Swt. yang taat.</a:t>
            </a:r>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44245" y="811530"/>
            <a:ext cx="10140950" cy="4142740"/>
          </a:xfrm>
        </p:spPr>
        <p:txBody>
          <a:bodyPr/>
          <a:p>
            <a:endParaRPr lang="en-US" sz="2000"/>
          </a:p>
        </p:txBody>
      </p:sp>
      <p:sp>
        <p:nvSpPr>
          <p:cNvPr id="3" name="Subtitle 2"/>
          <p:cNvSpPr>
            <a:spLocks noGrp="1"/>
          </p:cNvSpPr>
          <p:nvPr>
            <p:ph type="subTitle" idx="1"/>
          </p:nvPr>
        </p:nvSpPr>
        <p:spPr/>
        <p:txBody>
          <a:bodyPr/>
          <a:p>
            <a:endParaRPr lang="en-US"/>
          </a:p>
        </p:txBody>
      </p:sp>
      <p:sp>
        <p:nvSpPr>
          <p:cNvPr id="100" name="Text Box 99"/>
          <p:cNvSpPr txBox="1"/>
          <p:nvPr/>
        </p:nvSpPr>
        <p:spPr>
          <a:xfrm>
            <a:off x="855345" y="812165"/>
            <a:ext cx="10079355" cy="1938020"/>
          </a:xfrm>
          <a:prstGeom prst="rect">
            <a:avLst/>
          </a:prstGeom>
          <a:noFill/>
          <a:ln w="9525">
            <a:noFill/>
          </a:ln>
        </p:spPr>
        <p:txBody>
          <a:bodyPr wrap="square">
            <a:spAutoFit/>
          </a:bodyPr>
          <a:p>
            <a:pPr indent="304800"/>
            <a:r>
              <a:rPr lang="en-US" sz="2400" b="0">
                <a:solidFill>
                  <a:srgbClr val="231F20"/>
                </a:solidFill>
                <a:latin typeface="Times New Roman" panose="02020603050405020304" charset="0"/>
              </a:rPr>
              <a:t>agama umat manusia yang paling </a:t>
            </a:r>
            <a:r>
              <a:rPr lang="en-US" sz="2400" b="0">
                <a:solidFill>
                  <a:srgbClr val="231F20"/>
                </a:solidFill>
                <a:latin typeface="Cambria" panose="02040503050406030204" charset="0"/>
                <a:cs typeface="Times New Roman" panose="02020603050405020304" charset="0"/>
              </a:rPr>
              <a:t>asli adalah menyembah kepada Allah”, di sinilah sejatinya letak fitrah manusia. Disebutkan dalam al-Qur’an surat al-A’rāf ayat 172 bahwa fitrah </a:t>
            </a:r>
            <a:r>
              <a:rPr lang="en-US" sz="2400" b="0">
                <a:solidFill>
                  <a:srgbClr val="231F20"/>
                </a:solidFill>
                <a:latin typeface="Times New Roman" panose="02020603050405020304" charset="0"/>
              </a:rPr>
              <a:t>manusia ditandai dengan perjanjian manusia dengan Allah Swt. segera</a:t>
            </a:r>
            <a:r>
              <a:rPr lang="en-US" sz="2400" b="0">
                <a:latin typeface="Times New Roman" panose="02020603050405020304" charset="0"/>
              </a:rPr>
              <a:t> </a:t>
            </a:r>
            <a:endParaRPr lang="en-US" sz="2400"/>
          </a:p>
        </p:txBody>
      </p:sp>
      <p:graphicFrame>
        <p:nvGraphicFramePr>
          <p:cNvPr id="5" name="Table 4"/>
          <p:cNvGraphicFramePr/>
          <p:nvPr/>
        </p:nvGraphicFramePr>
        <p:xfrm>
          <a:off x="3556000" y="3297872"/>
          <a:ext cx="0" cy="0"/>
        </p:xfrm>
        <a:graphic>
          <a:graphicData uri="http://schemas.openxmlformats.org/drawingml/2006/table">
            <a:tbl>
              <a:tblPr firstRow="1" bandRow="1">
                <a:tableStyleId>{5940675A-B579-460E-94D1-54222C63F5DA}</a:tableStyleId>
              </a:tblPr>
              <a:tblGrid>
                <a:gridCol w="0"/>
                <a:gridCol w="0"/>
              </a:tblGrid>
              <a:tr h="0">
                <a:tc>
                  <a:txBody>
                    <a:bodyPr/>
                    <a:p>
                      <a:pPr indent="0">
                        <a:buNone/>
                      </a:pPr>
                      <a:endParaRPr lang="en-US" b="0"/>
                    </a:p>
                  </a:txBody>
                  <a:tcPr>
                    <a:lnL>
                      <a:noFill/>
                    </a:lnL>
                    <a:lnR>
                      <a:noFill/>
                    </a:lnR>
                    <a:lnT cap="flat">
                      <a:noFill/>
                    </a:lnT>
                    <a:lnB cap="flat">
                      <a:noFill/>
                    </a:lnB>
                    <a:lnTlToBr>
                      <a:noFill/>
                    </a:lnTlToBr>
                    <a:lnBlToTr>
                      <a:noFill/>
                    </a:lnBlToTr>
                    <a:noFill/>
                  </a:tcPr>
                </a:tc>
                <a:tc>
                  <a:txBody>
                    <a:bodyPr/>
                    <a:p>
                      <a:pPr>
                        <a:buNone/>
                      </a:pPr>
                      <a:endParaRPr lang="en-US"/>
                    </a:p>
                  </a:txBody>
                  <a:tcPr>
                    <a:lnL>
                      <a:noFill/>
                    </a:lnL>
                    <a:lnR>
                      <a:noFill/>
                    </a:lnR>
                    <a:lnT>
                      <a:noFill/>
                    </a:lnT>
                    <a:lnB cap="flat">
                      <a:noFill/>
                    </a:lnB>
                    <a:lnTlToBr>
                      <a:noFill/>
                    </a:lnTlToBr>
                    <a:lnBlToTr>
                      <a:noFill/>
                    </a:lnBlToTr>
                    <a:solidFill>
                      <a:srgbClr val="FFFFFF"/>
                    </a:solidFill>
                  </a:tcPr>
                </a:tc>
              </a:tr>
              <a:tr h="0">
                <a:tc>
                  <a:txBody>
                    <a:bodyPr/>
                    <a:p>
                      <a:pPr indent="0">
                        <a:buNone/>
                      </a:pPr>
                      <a:endParaRPr lang="en-US"/>
                    </a:p>
                  </a:txBody>
                  <a:tcPr>
                    <a:lnL>
                      <a:noFill/>
                    </a:lnL>
                    <a:lnR>
                      <a:noFill/>
                    </a:lnR>
                    <a:lnT cap="flat">
                      <a:noFill/>
                    </a:lnT>
                    <a:lnB cap="flat">
                      <a:noFill/>
                    </a:lnB>
                    <a:lnTlToBr>
                      <a:noFill/>
                    </a:lnTlToBr>
                    <a:lnBlToTr>
                      <a:noFill/>
                    </a:lnBlToTr>
                    <a:noFill/>
                  </a:tcPr>
                </a:tc>
                <a:tc>
                  <a:txBody>
                    <a:bodyPr/>
                    <a:p>
                      <a:pPr indent="0">
                        <a:buNone/>
                      </a:pPr>
                      <a:endParaRPr lang="en-US"/>
                    </a:p>
                  </a:txBody>
                  <a:tcPr>
                    <a:lnL>
                      <a:noFill/>
                    </a:lnL>
                    <a:lnR cap="flat">
                      <a:noFill/>
                    </a:lnR>
                    <a:lnT cap="flat">
                      <a:noFill/>
                    </a:lnT>
                    <a:lnB cap="flat">
                      <a:noFill/>
                    </a:lnB>
                    <a:lnTlToBr>
                      <a:noFill/>
                    </a:lnTlToBr>
                    <a:lnBlToTr>
                      <a:noFill/>
                    </a:lnBlToTr>
                    <a:noFill/>
                  </a:tcPr>
                </a:tc>
              </a:tr>
            </a:tbl>
          </a:graphicData>
        </a:graphic>
      </p:graphicFrame>
      <p:pic>
        <p:nvPicPr>
          <p:cNvPr id="6" name="Picture 5"/>
          <p:cNvPicPr/>
          <p:nvPr/>
        </p:nvPicPr>
        <p:blipFill>
          <a:blip r:embed="rId1"/>
          <a:stretch>
            <a:fillRect/>
          </a:stretch>
        </p:blipFill>
        <p:spPr>
          <a:xfrm>
            <a:off x="3556000" y="3297872"/>
            <a:ext cx="2444750" cy="6350"/>
          </a:xfrm>
          <a:prstGeom prst="rect">
            <a:avLst/>
          </a:prstGeom>
          <a:noFill/>
          <a:ln w="9525">
            <a:noFill/>
          </a:ln>
        </p:spPr>
      </p:pic>
      <p:pic>
        <p:nvPicPr>
          <p:cNvPr id="8" name="Picture Placeholder 7"/>
          <p:cNvPicPr>
            <a:picLocks noChangeAspect="1"/>
          </p:cNvPicPr>
          <p:nvPr>
            <p:ph type="pic" sz="quarter" idx="10"/>
          </p:nvPr>
        </p:nvPicPr>
        <p:blipFill>
          <a:blip r:embed="rId2"/>
          <a:stretch>
            <a:fillRect/>
          </a:stretch>
        </p:blipFill>
        <p:spPr>
          <a:xfrm>
            <a:off x="944880" y="2766060"/>
            <a:ext cx="10136505" cy="26454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a:xfrm>
            <a:off x="941070" y="3895090"/>
            <a:ext cx="10107930" cy="1946275"/>
          </a:xfrm>
        </p:spPr>
        <p:txBody>
          <a:bodyPr/>
          <a:p>
            <a:pPr algn="just"/>
            <a:r>
              <a:rPr lang="en-US"/>
              <a:t>Ayat ini menerangkan bahwa manusia diciptakan dengan fitrah iman kepada Allah Swt.Yaitu, ketika manusia dikeluarkan dari sulbi orang tua mereka, lalu Allah Swt. mengambil kesaksian atas jiwa mereka. “Bukankah Aku ini Tuhanmu?” Jiwa manusia menjawab firman Allah Swt. tersebut sekaligus bersaksi, “Betul (Engkau Tuhan kami), kami menjadi saksi.”</a:t>
            </a:r>
            <a:endParaRPr lang="en-US"/>
          </a:p>
        </p:txBody>
      </p:sp>
      <p:pic>
        <p:nvPicPr>
          <p:cNvPr id="5" name="Picture Placeholder 4"/>
          <p:cNvPicPr>
            <a:picLocks noChangeAspect="1"/>
          </p:cNvPicPr>
          <p:nvPr>
            <p:ph type="pic" sz="quarter" idx="10"/>
          </p:nvPr>
        </p:nvPicPr>
        <p:blipFill>
          <a:blip r:embed="rId1"/>
          <a:stretch>
            <a:fillRect/>
          </a:stretch>
        </p:blipFill>
        <p:spPr>
          <a:xfrm>
            <a:off x="922020" y="913765"/>
            <a:ext cx="10201275" cy="2959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a:xfrm>
            <a:off x="966470" y="3619500"/>
            <a:ext cx="10118725" cy="1026160"/>
          </a:xfrm>
        </p:spPr>
        <p:txBody>
          <a:bodyPr/>
          <a:p>
            <a:r>
              <a:rPr lang="en-US"/>
              <a:t>Intinya, dengan ayat tersebut, Allah Swt. bermaksud menjelaskan kepada manusia bahwa hakikat kejadian manusia itu didasari atas kepercayaan kepada Allah Yang Maha Esa. Sejak manusia dikeluarkan dari sulbi orang tua mereka, mereka sudah menyaksikan tanda-tanda keesaan Allah Swt. pada kejadian mereka.</a:t>
            </a:r>
            <a:endParaRPr lang="en-US"/>
          </a:p>
        </p:txBody>
      </p:sp>
      <p:pic>
        <p:nvPicPr>
          <p:cNvPr id="5" name="Picture Placeholder 4"/>
          <p:cNvPicPr>
            <a:picLocks noChangeAspect="1"/>
          </p:cNvPicPr>
          <p:nvPr>
            <p:ph type="pic" sz="quarter" idx="10"/>
          </p:nvPr>
        </p:nvPicPr>
        <p:blipFill>
          <a:blip r:embed="rId1"/>
          <a:stretch>
            <a:fillRect/>
          </a:stretch>
        </p:blipFill>
        <p:spPr>
          <a:xfrm>
            <a:off x="958850" y="890270"/>
            <a:ext cx="10122535" cy="2763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62660" y="827405"/>
            <a:ext cx="10119995" cy="1909445"/>
          </a:xfrm>
        </p:spPr>
        <p:txBody>
          <a:bodyPr/>
          <a:p>
            <a:pPr algn="just"/>
            <a:r>
              <a:rPr lang="en-US" sz="2400"/>
              <a:t>Adapun yang dimaksud dengan “fitrah Allah” adalah ciptaan Allah Swt., yaitu agama tauhid. Dengan demikian, apabila ada manusia tidak beragama tauhid, maka hal itu tidaklah wajar karena tidak sesuai dengan fitrahnya. Hal ini terjadi lantaran pengaruh lingkungan. Rasulullah Saw. bersabda tentang hal ini:</a:t>
            </a:r>
            <a:endParaRPr lang="en-US" sz="2400"/>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894715" y="2725420"/>
            <a:ext cx="10186670" cy="1289050"/>
          </a:xfrm>
          <a:prstGeom prst="rect">
            <a:avLst/>
          </a:prstGeom>
        </p:spPr>
      </p:pic>
      <p:pic>
        <p:nvPicPr>
          <p:cNvPr id="11" name="Picture 10"/>
          <p:cNvPicPr>
            <a:picLocks noChangeAspect="1"/>
          </p:cNvPicPr>
          <p:nvPr/>
        </p:nvPicPr>
        <p:blipFill>
          <a:blip r:embed="rId2"/>
          <a:stretch>
            <a:fillRect/>
          </a:stretch>
        </p:blipFill>
        <p:spPr>
          <a:xfrm>
            <a:off x="895350" y="4019550"/>
            <a:ext cx="10233025" cy="1641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948055" y="883285"/>
            <a:ext cx="10133330" cy="2450465"/>
          </a:xfrm>
          <a:prstGeom prst="rect">
            <a:avLst/>
          </a:prstGeom>
        </p:spPr>
      </p:pic>
      <p:pic>
        <p:nvPicPr>
          <p:cNvPr id="6" name="Picture 5"/>
          <p:cNvPicPr>
            <a:picLocks noChangeAspect="1"/>
          </p:cNvPicPr>
          <p:nvPr/>
        </p:nvPicPr>
        <p:blipFill>
          <a:blip r:embed="rId2"/>
          <a:stretch>
            <a:fillRect/>
          </a:stretch>
        </p:blipFill>
        <p:spPr>
          <a:xfrm>
            <a:off x="903605" y="3333750"/>
            <a:ext cx="10260965" cy="24460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a:xfrm>
            <a:off x="902335" y="3656330"/>
            <a:ext cx="10179685" cy="2060575"/>
          </a:xfrm>
        </p:spPr>
        <p:txBody>
          <a:bodyPr/>
          <a:p>
            <a:r>
              <a:rPr lang="en-US"/>
              <a:t>Penolakan terhadap ajaran tauhid yang dibawa Nabi Saw. itu sebenarnya berlawanan dengan fitrah manusia dan dengan suara hati nurani mereka</a:t>
            </a:r>
            <a:endParaRPr lang="en-US"/>
          </a:p>
          <a:p>
            <a:r>
              <a:rPr lang="en-US"/>
              <a:t>.Karena itu, tidaklah benar bila manusia mengajukan alasan pada hari kiamat nanti bahwa mereka alpa atau bahkan tidak pernah diingatkan untuk mengesakan Allah Swt</a:t>
            </a:r>
            <a:endParaRPr lang="en-US"/>
          </a:p>
        </p:txBody>
      </p:sp>
      <p:pic>
        <p:nvPicPr>
          <p:cNvPr id="5" name="Picture Placeholder 4"/>
          <p:cNvPicPr>
            <a:picLocks noChangeAspect="1"/>
          </p:cNvPicPr>
          <p:nvPr>
            <p:ph type="pic" sz="quarter" idx="10"/>
          </p:nvPr>
        </p:nvPicPr>
        <p:blipFill>
          <a:blip r:embed="rId1"/>
          <a:stretch>
            <a:fillRect/>
          </a:stretch>
        </p:blipFill>
        <p:spPr>
          <a:xfrm>
            <a:off x="902335" y="819785"/>
            <a:ext cx="10179050" cy="28486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880745" y="827405"/>
            <a:ext cx="10181590" cy="4663440"/>
          </a:xfrm>
          <a:prstGeom prst="rect">
            <a:avLst/>
          </a:prstGeom>
        </p:spPr>
      </p:pic>
      <p:sp>
        <p:nvSpPr>
          <p:cNvPr id="5" name="Oval Callout 4"/>
          <p:cNvSpPr/>
          <p:nvPr/>
        </p:nvSpPr>
        <p:spPr>
          <a:xfrm>
            <a:off x="5755005" y="525780"/>
            <a:ext cx="5327650" cy="509270"/>
          </a:xfrm>
          <a:prstGeom prst="wedgeEllipseCallout">
            <a:avLst>
              <a:gd name="adj1" fmla="val -23778"/>
              <a:gd name="adj2" fmla="val 139526"/>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a:t>terima kasih  otak ku</a:t>
            </a:r>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947420" y="814070"/>
            <a:ext cx="10133965" cy="49453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902335" y="737235"/>
            <a:ext cx="10179050" cy="3769360"/>
          </a:xfrm>
          <a:prstGeom prst="rect">
            <a:avLst/>
          </a:prstGeom>
        </p:spPr>
      </p:pic>
      <p:pic>
        <p:nvPicPr>
          <p:cNvPr id="6" name="Picture 5"/>
          <p:cNvPicPr>
            <a:picLocks noChangeAspect="1"/>
          </p:cNvPicPr>
          <p:nvPr/>
        </p:nvPicPr>
        <p:blipFill>
          <a:blip r:embed="rId2"/>
          <a:stretch>
            <a:fillRect/>
          </a:stretch>
        </p:blipFill>
        <p:spPr>
          <a:xfrm>
            <a:off x="901700" y="4583430"/>
            <a:ext cx="10146030" cy="14712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a:xfrm>
            <a:off x="1463040" y="4318635"/>
            <a:ext cx="4873625" cy="970280"/>
          </a:xfrm>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913765" y="784860"/>
            <a:ext cx="10167620" cy="3557905"/>
          </a:xfrm>
          <a:prstGeom prst="rect">
            <a:avLst/>
          </a:prstGeom>
        </p:spPr>
      </p:pic>
      <p:pic>
        <p:nvPicPr>
          <p:cNvPr id="6" name="Picture 5"/>
          <p:cNvPicPr>
            <a:picLocks noChangeAspect="1"/>
          </p:cNvPicPr>
          <p:nvPr/>
        </p:nvPicPr>
        <p:blipFill>
          <a:blip r:embed="rId2"/>
          <a:stretch>
            <a:fillRect/>
          </a:stretch>
        </p:blipFill>
        <p:spPr>
          <a:xfrm>
            <a:off x="913765" y="4435475"/>
            <a:ext cx="10160635" cy="13284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834390" y="770890"/>
            <a:ext cx="10246995" cy="49891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868680" y="751840"/>
            <a:ext cx="10212705" cy="2926715"/>
          </a:xfrm>
          <a:prstGeom prst="rect">
            <a:avLst/>
          </a:prstGeom>
        </p:spPr>
      </p:pic>
      <p:pic>
        <p:nvPicPr>
          <p:cNvPr id="6" name="Picture 5"/>
          <p:cNvPicPr>
            <a:picLocks noChangeAspect="1"/>
          </p:cNvPicPr>
          <p:nvPr/>
        </p:nvPicPr>
        <p:blipFill>
          <a:blip r:embed="rId2"/>
          <a:stretch>
            <a:fillRect/>
          </a:stretch>
        </p:blipFill>
        <p:spPr>
          <a:xfrm>
            <a:off x="902970" y="3966845"/>
            <a:ext cx="9912350" cy="18789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5" name="Picture Placeholder 4"/>
          <p:cNvPicPr>
            <a:picLocks noChangeAspect="1"/>
          </p:cNvPicPr>
          <p:nvPr>
            <p:ph type="pic" sz="quarter" idx="10"/>
          </p:nvPr>
        </p:nvPicPr>
        <p:blipFill>
          <a:blip r:embed="rId1"/>
          <a:stretch>
            <a:fillRect/>
          </a:stretch>
        </p:blipFill>
        <p:spPr>
          <a:xfrm>
            <a:off x="892175" y="825500"/>
            <a:ext cx="10189210" cy="1136650"/>
          </a:xfrm>
          <a:prstGeom prst="rect">
            <a:avLst/>
          </a:prstGeom>
        </p:spPr>
      </p:pic>
      <p:pic>
        <p:nvPicPr>
          <p:cNvPr id="6" name="Picture 5"/>
          <p:cNvPicPr>
            <a:picLocks noChangeAspect="1"/>
          </p:cNvPicPr>
          <p:nvPr/>
        </p:nvPicPr>
        <p:blipFill>
          <a:blip r:embed="rId2"/>
          <a:stretch>
            <a:fillRect/>
          </a:stretch>
        </p:blipFill>
        <p:spPr>
          <a:xfrm>
            <a:off x="885825" y="1903095"/>
            <a:ext cx="10236835" cy="39262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16940" y="812165"/>
            <a:ext cx="10201275" cy="3646170"/>
          </a:xfrm>
        </p:spPr>
        <p:txBody>
          <a:bodyPr/>
          <a:p>
            <a:pPr algn="just"/>
            <a:r>
              <a:rPr lang="en-US" sz="2400"/>
              <a:t>Maksud dari insan kamil adalah manusia paripurna sebagai wakil Allah Swt. untuk mengaktualisasikan diri, merenungkan dan memikirkan kesempurnaan ciptaan Allah Swt.</a:t>
            </a:r>
            <a:br>
              <a:rPr lang="en-US" sz="2400"/>
            </a:br>
            <a:r>
              <a:rPr lang="en-US" sz="2400"/>
              <a:t>        Ibnu Arabi mengartikan insan kamil terdiri dari dua kesempurnaan, yaitu kesempurnaan dzati (esensial) dan kesempurnaan aradh (aksiden- tal).56 Manusia sudah diciptakan dalam bentuk yang sempurna di antara makhluk hidup yang diciptakan oleh Allah Swt. Tugas manusia berikutnya adalah menuju kesempurnaan dengan cara aplikasi sifat-sifat baik dan memperbaiki kualitas diri.</a:t>
            </a:r>
            <a:endParaRPr lang="en-US" sz="2400"/>
          </a:p>
        </p:txBody>
      </p:sp>
      <p:sp>
        <p:nvSpPr>
          <p:cNvPr id="3" name="Subtitle 2"/>
          <p:cNvSpPr>
            <a:spLocks noGrp="1"/>
          </p:cNvSpPr>
          <p:nvPr>
            <p:ph type="subTitle" idx="1"/>
          </p:nvPr>
        </p:nvSpPr>
        <p:spPr>
          <a:xfrm>
            <a:off x="906780" y="4446270"/>
            <a:ext cx="9925685" cy="1226820"/>
          </a:xfrm>
        </p:spPr>
        <p:txBody>
          <a:bodyPr/>
          <a:p>
            <a:r>
              <a:rPr lang="en-US"/>
              <a:t>Manusia dituntut untuk mengaktualisasikan potensi yang ada dalam dirinya, modal awal berupa sebaik-baik bentuk yang dilengkapi dengan akal budi untuk berpikir secara optimal.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001395" y="861060"/>
            <a:ext cx="6654165" cy="2783205"/>
          </a:xfrm>
        </p:spPr>
        <p:txBody>
          <a:bodyPr/>
          <a:p>
            <a:r>
              <a:rPr lang="en-US" sz="2400"/>
              <a:t>Langkah selanjutnya adalah aktualisasi perangai dan kualitas diri. Perbaikan menuju insan kamil adalah bentuk dari rasa syukur kepada Allah Swt. yang telah menciptakan manusia fi ahsani taqwim (dalam sebaik-sebaik bentuk).Sifat-sifat yang diberikan oleh Allah Swt. </a:t>
            </a:r>
            <a:endParaRPr lang="en-US" sz="2400"/>
          </a:p>
        </p:txBody>
      </p:sp>
      <p:sp>
        <p:nvSpPr>
          <p:cNvPr id="3" name="Subtitle 2"/>
          <p:cNvSpPr>
            <a:spLocks noGrp="1"/>
          </p:cNvSpPr>
          <p:nvPr>
            <p:ph type="subTitle" idx="1"/>
          </p:nvPr>
        </p:nvSpPr>
        <p:spPr>
          <a:xfrm>
            <a:off x="1011555" y="4014470"/>
            <a:ext cx="6234430" cy="1663700"/>
          </a:xfrm>
        </p:spPr>
        <p:txBody>
          <a:bodyPr/>
          <a:p>
            <a:r>
              <a:rPr lang="en-US">
                <a:sym typeface="+mn-ea"/>
              </a:rPr>
              <a:t>kepada manusia itulah yang harus dikembangkan dalam menjalani kehidupan, baik berhubungan dengan individu maupun berhubungan dengan masyarakat.</a:t>
            </a:r>
            <a:endParaRPr lang="en-US"/>
          </a:p>
        </p:txBody>
      </p:sp>
      <p:pic>
        <p:nvPicPr>
          <p:cNvPr id="5" name="Picture Placeholder 4"/>
          <p:cNvPicPr>
            <a:picLocks noChangeAspect="1"/>
          </p:cNvPicPr>
          <p:nvPr>
            <p:ph type="pic" sz="quarter" idx="10"/>
          </p:nvPr>
        </p:nvPicPr>
        <p:blipFill>
          <a:blip r:embed="rId1"/>
          <a:stretch>
            <a:fillRect/>
          </a:stretch>
        </p:blipFill>
        <p:spPr>
          <a:xfrm>
            <a:off x="7246620" y="861060"/>
            <a:ext cx="3834765" cy="48044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a:xfrm>
            <a:off x="934085" y="4035425"/>
            <a:ext cx="10128250" cy="1750060"/>
          </a:xfrm>
        </p:spPr>
        <p:txBody>
          <a:bodyPr/>
          <a:p>
            <a:r>
              <a:rPr lang="en-US"/>
              <a:t>Insan kamil merupakan istilah bahasa Arab untuk menyebut manusia yang sempurna, manusia yang telah mencapai level tertinggi dalam kehidupan.Istilah ini lebih sering disebut dalam dunia tasawuf, karena istilah ini berkaitan erat antara hubungan manusia dan Allah Swt.</a:t>
            </a:r>
            <a:endParaRPr lang="en-US"/>
          </a:p>
        </p:txBody>
      </p:sp>
      <p:pic>
        <p:nvPicPr>
          <p:cNvPr id="5" name="Picture Placeholder 4"/>
          <p:cNvPicPr>
            <a:picLocks noChangeAspect="1"/>
          </p:cNvPicPr>
          <p:nvPr>
            <p:ph type="pic" sz="quarter" idx="10"/>
          </p:nvPr>
        </p:nvPicPr>
        <p:blipFill>
          <a:blip r:embed="rId1"/>
          <a:stretch>
            <a:fillRect/>
          </a:stretch>
        </p:blipFill>
        <p:spPr>
          <a:xfrm>
            <a:off x="970915" y="799465"/>
            <a:ext cx="10110470" cy="32359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20420" y="875030"/>
            <a:ext cx="10133330" cy="4450715"/>
          </a:xfrm>
        </p:spPr>
        <p:txBody>
          <a:bodyPr/>
          <a:p>
            <a:r>
              <a:rPr lang="en-US" sz="2400"/>
              <a:t>         b.Hidayah: Menjadi Insan Khaira Ummah</a:t>
            </a:r>
            <a:br>
              <a:rPr lang="en-US" sz="2400"/>
            </a:br>
            <a:r>
              <a:rPr lang="en-US" sz="2400"/>
              <a:t>Sebagaimana dikemukakan Yusuf Qardhawi, dalam Laode M. Kamaluddin, agar menjadi umat terbaik (khaira ummah), maka kita harus meneladani generasi umat terbaik pula. Sebab, pada hakikatnya, umat ini tidak akan meraih kemenangan tanpa Islam. Mereka tidak akan pernah bersatu tanpa Islam. Dan mereka tidak akan pernah mendapatkan kemuliaan tanpa Islam.60</a:t>
            </a:r>
            <a:br>
              <a:rPr lang="en-US" sz="2400"/>
            </a:br>
            <a:r>
              <a:rPr lang="en-US" sz="2400"/>
              <a:t>   Terlahir sebagai seorang manusia, sungguh merupakan anugerah yang tiada terkira. Namun, di luar semua itu, puncak anugerah sesungguhnya adalah tertancapnya iman dan takwa dalam sanubari. Sebab, hanya iman itulah yang akan mengantarkan umat manusia kepada kemuliaan hakiki di dunia dan akhirat.</a:t>
            </a:r>
            <a:endParaRPr 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87730" y="875030"/>
            <a:ext cx="10197465" cy="919480"/>
          </a:xfrm>
        </p:spPr>
        <p:txBody>
          <a:bodyPr/>
          <a:p>
            <a:r>
              <a:rPr lang="en-US" sz="2400"/>
              <a:t>Hidayah atau petunjuk adalah perkara yang dibutuhkan oleh setiap orang. </a:t>
            </a:r>
            <a:endParaRPr lang="en-US" sz="2400"/>
          </a:p>
        </p:txBody>
      </p:sp>
      <p:sp>
        <p:nvSpPr>
          <p:cNvPr id="3" name="Subtitle 2"/>
          <p:cNvSpPr>
            <a:spLocks noGrp="1"/>
          </p:cNvSpPr>
          <p:nvPr>
            <p:ph type="subTitle" idx="1"/>
          </p:nvPr>
        </p:nvSpPr>
        <p:spPr>
          <a:xfrm>
            <a:off x="941070" y="2019935"/>
            <a:ext cx="9989185" cy="3698240"/>
          </a:xfrm>
        </p:spPr>
        <p:txBody>
          <a:bodyPr/>
          <a:p>
            <a:r>
              <a:rPr lang="en-US" sz="2400"/>
              <a:t>Hidayah ada dua macam: hidayah berupa keterangan (hidayatul irsyad wal bayan) dan hidayah berupa pertolongan (hidayah taufiq wal ilham). Dua macam hidayah ini bisa dirasakan oleh orang-orang yang bertakwa. Adapun selain mereka hanya mendapatkan hidayatul bayan. Artinya, mereka itu tidak mendapatkan taufiq dari Allah Swt</a:t>
            </a:r>
            <a:endParaRPr 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463040" y="875030"/>
            <a:ext cx="4873625" cy="527685"/>
          </a:xfrm>
        </p:spPr>
        <p:txBody>
          <a:bodyPr/>
          <a:p>
            <a:r>
              <a:rPr lang="en-US" sz="3200"/>
              <a:t>c.Fujur dan Takwa</a:t>
            </a:r>
            <a:endParaRPr lang="en-US" sz="3200"/>
          </a:p>
        </p:txBody>
      </p:sp>
      <p:sp>
        <p:nvSpPr>
          <p:cNvPr id="6" name="Subtitle 5"/>
          <p:cNvSpPr>
            <a:spLocks noGrp="1"/>
          </p:cNvSpPr>
          <p:nvPr>
            <p:ph type="subTitle" idx="1"/>
          </p:nvPr>
        </p:nvSpPr>
        <p:spPr>
          <a:xfrm>
            <a:off x="953770" y="1957070"/>
            <a:ext cx="10050780" cy="3698240"/>
          </a:xfrm>
          <a:ln w="57150">
            <a:solidFill>
              <a:schemeClr val="tx1"/>
            </a:solidFill>
          </a:ln>
        </p:spPr>
        <p:txBody>
          <a:bodyPr/>
          <a:p>
            <a:r>
              <a:rPr lang="en-US" sz="2400"/>
              <a:t>“Maka Allah mengilhamkan kepada jiwa itu (jalan) kefasikan dan ketakwaannya.” (QS. asy-Syams [91]: 8)</a:t>
            </a:r>
            <a:endParaRPr lang="en-US" sz="2400"/>
          </a:p>
          <a:p>
            <a:r>
              <a:rPr lang="en-US"/>
              <a:t>						</a:t>
            </a:r>
            <a:r>
              <a:rPr lang="en-US" sz="2400"/>
              <a:t>  	  buruk</a:t>
            </a:r>
            <a:endParaRPr lang="en-US" sz="2400"/>
          </a:p>
          <a:p>
            <a:r>
              <a:rPr lang="en-US" sz="2400"/>
              <a:t>Morris L. Bigge manusia ada potensi	  baik</a:t>
            </a:r>
            <a:endParaRPr lang="en-US" sz="2400"/>
          </a:p>
          <a:p>
            <a:r>
              <a:rPr lang="en-US" sz="2400"/>
              <a:t>						  	  Netral</a:t>
            </a:r>
            <a:endParaRPr lang="en-US" sz="2400"/>
          </a:p>
          <a:p>
            <a:r>
              <a:rPr lang="en-US" sz="2400"/>
              <a:t>						Aktif</a:t>
            </a:r>
            <a:endParaRPr lang="en-US" sz="2400"/>
          </a:p>
          <a:p>
            <a:r>
              <a:rPr lang="en-US" sz="2400"/>
              <a:t>Potensi dengan lingkungan 		Pasif</a:t>
            </a:r>
            <a:endParaRPr lang="en-US" sz="2400"/>
          </a:p>
          <a:p>
            <a:r>
              <a:rPr lang="en-US" sz="2400"/>
              <a:t>						nteraktif</a:t>
            </a:r>
            <a:endParaRPr lang="en-US" sz="2400"/>
          </a:p>
        </p:txBody>
      </p:sp>
      <p:pic>
        <p:nvPicPr>
          <p:cNvPr id="5" name="Picture Placeholder 4"/>
          <p:cNvPicPr>
            <a:picLocks noChangeAspect="1"/>
          </p:cNvPicPr>
          <p:nvPr>
            <p:ph type="pic" sz="quarter" idx="10"/>
          </p:nvPr>
        </p:nvPicPr>
        <p:blipFill>
          <a:blip r:embed="rId1"/>
          <a:stretch>
            <a:fillRect/>
          </a:stretch>
        </p:blipFill>
        <p:spPr>
          <a:xfrm>
            <a:off x="5813425" y="953770"/>
            <a:ext cx="5153025" cy="980440"/>
          </a:xfrm>
          <a:prstGeom prst="rect">
            <a:avLst/>
          </a:prstGeom>
        </p:spPr>
      </p:pic>
      <p:cxnSp>
        <p:nvCxnSpPr>
          <p:cNvPr id="7" name="Straight Arrow Connector 6"/>
          <p:cNvCxnSpPr/>
          <p:nvPr/>
        </p:nvCxnSpPr>
        <p:spPr>
          <a:xfrm flipV="1">
            <a:off x="6836410" y="3145155"/>
            <a:ext cx="741045" cy="48133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6922770" y="3626485"/>
            <a:ext cx="654685" cy="9525"/>
          </a:xfrm>
          <a:prstGeom prst="straightConnector1">
            <a:avLst/>
          </a:prstGeom>
          <a:ln w="38100">
            <a:gradFill>
              <a:gsLst>
                <a:gs pos="0">
                  <a:srgbClr val="14CD68"/>
                </a:gs>
                <a:gs pos="100000">
                  <a:srgbClr val="035C7D"/>
                </a:gs>
              </a:gsLst>
            </a:gra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922770" y="3693795"/>
            <a:ext cx="654685" cy="375285"/>
          </a:xfrm>
          <a:prstGeom prst="straightConnector1">
            <a:avLst/>
          </a:prstGeom>
          <a:ln w="38100">
            <a:gradFill>
              <a:gsLst>
                <a:gs pos="0">
                  <a:srgbClr val="14CD68"/>
                </a:gs>
                <a:gs pos="100000">
                  <a:srgbClr val="0B6E38"/>
                </a:gs>
              </a:gsLst>
            </a:gra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325745" y="4453890"/>
            <a:ext cx="1212215" cy="471170"/>
          </a:xfrm>
          <a:prstGeom prst="straightConnector1">
            <a:avLst/>
          </a:prstGeom>
          <a:ln w="57150">
            <a:gradFill>
              <a:gsLst>
                <a:gs pos="0">
                  <a:srgbClr val="14CD68"/>
                </a:gs>
                <a:gs pos="100000">
                  <a:srgbClr val="0B6E38"/>
                </a:gs>
              </a:gsLst>
            </a:gra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5393055" y="4925060"/>
            <a:ext cx="943610" cy="10160"/>
          </a:xfrm>
          <a:prstGeom prst="straightConnector1">
            <a:avLst/>
          </a:prstGeom>
          <a:ln w="57150">
            <a:gradFill>
              <a:gsLst>
                <a:gs pos="0">
                  <a:srgbClr val="14CD68"/>
                </a:gs>
                <a:gs pos="100000">
                  <a:srgbClr val="0B6E38"/>
                </a:gs>
              </a:gsLst>
            </a:gra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422265" y="4915535"/>
            <a:ext cx="914400" cy="433070"/>
          </a:xfrm>
          <a:prstGeom prst="straightConnector1">
            <a:avLst/>
          </a:prstGeom>
          <a:ln w="57150">
            <a:gradFill>
              <a:gsLst>
                <a:gs pos="0">
                  <a:srgbClr val="14CD68"/>
                </a:gs>
                <a:gs pos="100000">
                  <a:srgbClr val="035C7D"/>
                </a:gs>
              </a:gsLst>
            </a:gra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943610" y="798195"/>
            <a:ext cx="10116185" cy="862965"/>
          </a:xfrm>
        </p:spPr>
        <p:txBody>
          <a:bodyPr/>
          <a:p>
            <a:r>
              <a:rPr lang="en-US" sz="2400"/>
              <a:t>	Perkembangan manusia secara efektif untuk memaksimalkan poten- sinya tidak lepas dengan ilmu.</a:t>
            </a:r>
            <a:endParaRPr lang="en-US" sz="2400"/>
          </a:p>
        </p:txBody>
      </p:sp>
      <p:sp>
        <p:nvSpPr>
          <p:cNvPr id="3" name="Subtitle 2"/>
          <p:cNvSpPr>
            <a:spLocks noGrp="1"/>
          </p:cNvSpPr>
          <p:nvPr>
            <p:ph type="subTitle" idx="1"/>
          </p:nvPr>
        </p:nvSpPr>
        <p:spPr>
          <a:xfrm>
            <a:off x="943610" y="1703705"/>
            <a:ext cx="10116185" cy="4086860"/>
          </a:xfrm>
        </p:spPr>
        <p:txBody>
          <a:bodyPr/>
          <a:p>
            <a:r>
              <a:rPr lang="en-US"/>
              <a:t>Imam asy-Syafi’i berkata, “Barangsiapa menginginkan dunia, hendaklah ia berilmu. Barangsiapa menginginkan akhirat, hendaklah ia berilmu. Barangsiapa ingin keduanya, hendaklah ia berilmu.” Demikian salah satu pernyataan pendiri Mazhab Syafi’i itu, yang mengingatkan kepada kita akan pentingnya ilmu pengetahuan. Rasulullah Saw. juga bersabda, “Menuntut ilmu adalah fardhu (wajib) atas setiap muslim.” Sebuah nasihat dari ulama salaf demikian, “Tuntutlah ilmu dari buaian sampai liang lahat.” Sabda Rasulullah Saw. dan berbagai ungkapan bijak ulama salaf tersebut bermuara pada satu titik, yaitu pesan akan pentingnya ilmu pengetahuan dalam kehidupan manusia</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p:cNvSpPr>
            <a:spLocks noGrp="1"/>
          </p:cNvSpPr>
          <p:nvPr>
            <p:ph type="ctrTitle"/>
          </p:nvPr>
        </p:nvSpPr>
        <p:spPr/>
        <p:txBody>
          <a:bodyPr/>
          <a:lstStyle/>
          <a:p>
            <a:r>
              <a:rPr lang="en-US" dirty="0"/>
              <a:t>Syukron Katsiro</a:t>
            </a:r>
            <a:endParaRPr lang="en-US" dirty="0"/>
          </a:p>
        </p:txBody>
      </p:sp>
      <p:sp>
        <p:nvSpPr>
          <p:cNvPr id="25" name="Subtitle 24"/>
          <p:cNvSpPr>
            <a:spLocks noGrp="1"/>
          </p:cNvSpPr>
          <p:nvPr>
            <p:ph type="subTitle" idx="1"/>
          </p:nvPr>
        </p:nvSpPr>
        <p:spPr/>
        <p:txBody>
          <a:bodyPr/>
          <a:lstStyle/>
          <a:p>
            <a:endParaRPr lang="en-US" dirty="0"/>
          </a:p>
          <a:p>
            <a:endParaRPr lang="en-US" dirty="0"/>
          </a:p>
        </p:txBody>
      </p:sp>
      <p:pic>
        <p:nvPicPr>
          <p:cNvPr id="3" name="Picture Placeholder 2"/>
          <p:cNvPicPr>
            <a:picLocks noChangeAspect="1"/>
          </p:cNvPicPr>
          <p:nvPr>
            <p:ph type="pic" sz="quarter" idx="10"/>
          </p:nvPr>
        </p:nvPicPr>
        <p:blipFill>
          <a:blip r:embed="rId1"/>
          <a:stretch>
            <a:fillRect/>
          </a:stretch>
        </p:blipFill>
        <p:spPr>
          <a:xfrm>
            <a:off x="4546600" y="927735"/>
            <a:ext cx="6532880" cy="4786630"/>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{F7237F1E-079A-457E-BF46-1F7047C46C78}tf11429527_win32</Template>
  <TotalTime>0</TotalTime>
  <Words>5738</Words>
  <Application>WPS Presentation</Application>
  <PresentationFormat>Widescreen</PresentationFormat>
  <Paragraphs>60</Paragraphs>
  <Slides>24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24</vt:i4>
      </vt:variant>
    </vt:vector>
  </HeadingPairs>
  <TitlesOfParts>
    <vt:vector size="38" baseType="lpstr">
      <vt:lpstr>Arial</vt:lpstr>
      <vt:lpstr>SimSun</vt:lpstr>
      <vt:lpstr>Wingdings</vt:lpstr>
      <vt:lpstr>Karla</vt:lpstr>
      <vt:lpstr>Algerian</vt:lpstr>
      <vt:lpstr>Times New Roman</vt:lpstr>
      <vt:lpstr>Cambria</vt:lpstr>
      <vt:lpstr>Segoe Print</vt:lpstr>
      <vt:lpstr>Century Gothic</vt:lpstr>
      <vt:lpstr>Univers Condensed Light</vt:lpstr>
      <vt:lpstr>Microsoft YaHei</vt:lpstr>
      <vt:lpstr>Arial Unicode MS</vt:lpstr>
      <vt:lpstr>Calibri</vt:lpstr>
      <vt:lpstr>Office Theme</vt:lpstr>
      <vt:lpstr>MATERI PAI  UNTUK USP  26  Oktober 2023</vt:lpstr>
      <vt:lpstr>C.Aktualisasi Fitrah Manusia</vt:lpstr>
      <vt:lpstr>Penjelasan mengenai aktualisasi fitrah manusia adalah sejalan dengan tujuan pendidikan Islam. Artinya, tujuan pendidikan Islam merupakan penggambaran nilai-nilai islami yang hendak diwujudkan dalam pribadi peserta didik pada akhir dari proses tersebut.tujuan pendidikan Islam merupakan perwujudan nilai-nilai islami dalam pribadi peserta didik yang diikhtiarkan oleh pendidik muslim melalui  proses yang tertuju pada hasil (produk). Produk </vt:lpstr>
      <vt:lpstr>PowerPoint 演示文稿</vt:lpstr>
      <vt:lpstr>PowerPoint 演示文稿</vt:lpstr>
      <vt:lpstr>PowerPoint 演示文稿</vt:lpstr>
      <vt:lpstr>Adapun yang dimaksud dengan “fitrah Allah” adalah ciptaan Allah Swt., yaitu agama tauhid. Dengan demikian, apabila ada manusia tidak beragama tauhid, maka hal itu tidaklah wajar karena tidak sesuai dengan fitrahnya. Hal ini terjadi lantaran pengaruh lingkungan. Rasulullah Saw. bersabda tentang hal ini: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Maksud dari insan kamil adalah manusia paripurna sebagai wakil Allah Swt. untuk mengaktualisasikan diri, merenungkan dan memikirkan kesempurnaan ciptaan Allah Swt.         Ibnu Arabi mengartikan insan kamil terdiri dari dua kesempurnaan, yaitu kesempurnaan dzati (esensial) dan kesempurnaan aradh (aksiden- tal).56 Manusia sudah diciptakan dalam bentuk yang sempurna di antara makhluk hidup yang diciptakan oleh Allah Swt. Tugas manusia berikutnya adalah menuju kesempurnaan dengan cara aplikasi sifat-sifat baik dan memperbaiki kualitas diri.</vt:lpstr>
      <vt:lpstr>Langkah selanjutnya adalah aktualisasi perangai dan kualitas diri. Perbaikan menuju insan kamil adalah bentuk dari rasa syukur kepada Allah Swt. yang telah menciptakan manusia fi ahsani taqwim (dalam sebaik-sebaik bentuk).Sifat-sifat yang diberikan oleh Allah Swt. </vt:lpstr>
      <vt:lpstr>PowerPoint 演示文稿</vt:lpstr>
      <vt:lpstr>         b.Hidayah: Menjadi Insan Khaira Ummah Sebagaimana dikemukakan Yusuf Qardhawi, dalam Laode M. Kamaluddin, agar menjadi umat terbaik (khaira ummah), maka kita harus meneladani generasi umat terbaik pula. Sebab, pada hakikatnya, umat ini tidak akan meraih kemenangan tanpa Islam. Mereka tidak akan pernah bersatu tanpa Islam. Dan mereka tidak akan pernah mendapatkan kemuliaan tanpa Islam.60    Terlahir sebagai seorang manusia, sungguh merupakan anugerah yang tiada terkira. Namun, di luar semua itu, puncak anugerah sesungguhnya adalah tertancapnya iman dan takwa dalam sanubari. Sebab, hanya iman itulah yang akan mengantarkan umat manusia kepada kemuliaan hakiki di dunia dan akhirat.</vt:lpstr>
      <vt:lpstr>Hidayah atau petunjuk adalah perkara yang dibutuhkan oleh setiap orang. </vt:lpstr>
      <vt:lpstr>c.Fujur dan Takwa</vt:lpstr>
      <vt:lpstr>	Perkembangan manusia secara efektif untuk memaksimalkan poten- sinya tidak lepas dengan ilmu.</vt:lpstr>
      <vt:lpstr>Syukron Katsiro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 PAI  UNTUK USP  5 Oktober 2022</dc:title>
  <dc:creator>chuzaemah chuzaemah</dc:creator>
  <cp:lastModifiedBy>chuzaemah chuzaemah</cp:lastModifiedBy>
  <cp:revision>14</cp:revision>
  <dcterms:created xsi:type="dcterms:W3CDTF">2022-10-04T10:45:00Z</dcterms:created>
  <dcterms:modified xsi:type="dcterms:W3CDTF">2023-10-11T16:12:28Z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C6C28C1D045E405791377B34FFF428FC</vt:lpwstr>
  </property>
  <property fmtid="{D5CDD505-2E9C-101B-9397-08002B2CF9AE}" pid="4" name="KSOProductBuildVer">
    <vt:lpwstr>1033-12.2.0.13215</vt:lpwstr>
  </property>
</Properties>
</file>