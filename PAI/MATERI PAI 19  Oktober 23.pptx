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3"/>
    <p:sldId id="314" r:id="rId4"/>
    <p:sldId id="309" r:id="rId5"/>
    <p:sldId id="312" r:id="rId6"/>
    <p:sldId id="31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64" d="100"/>
          <a:sy n="64" d="100"/>
        </p:scale>
        <p:origin x="7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29730" y="638810"/>
            <a:ext cx="4079240" cy="289306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1"/>
                </a:solidFill>
              </a:rPr>
              <a:t>Mahasiswa Menulis 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88544" y="4455621"/>
            <a:ext cx="5312011" cy="1238616"/>
          </a:xfrm>
        </p:spPr>
        <p:txBody>
          <a:bodyPr>
            <a:normAutofit/>
          </a:bodyPr>
          <a:lstStyle/>
          <a:p>
            <a:r>
              <a:rPr lang="en-US" b="1" dirty="0"/>
              <a:t>19 </a:t>
            </a:r>
            <a:r>
              <a:rPr lang="en-US" b="1" dirty="0" err="1"/>
              <a:t>Oktober</a:t>
            </a:r>
            <a:r>
              <a:rPr lang="en-US" b="1" dirty="0"/>
              <a:t> 2023</a:t>
            </a:r>
            <a:endParaRPr lang="en-US" b="1" dirty="0"/>
          </a:p>
          <a:p>
            <a:r>
              <a:rPr lang="en-US" b="1" dirty="0"/>
              <a:t>USP </a:t>
            </a:r>
            <a:r>
              <a:rPr lang="en-US" b="1" dirty="0" err="1"/>
              <a:t>Semerter</a:t>
            </a:r>
            <a:r>
              <a:rPr lang="en-US" b="1" dirty="0"/>
              <a:t> 1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Tujuan Penulisan Artikel: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800"/>
              <a:t>1.Sebagai tugas Individu Mahasiswa Universitas Safin Pati mata kuliah MKWU PAI semester 1 ini.</a:t>
            </a:r>
            <a:endParaRPr lang="en-US" sz="2800"/>
          </a:p>
          <a:p>
            <a:r>
              <a:rPr lang="en-US" sz="2800"/>
              <a:t>2.hasil tulisan artikel mahasiswa menjadi hak milik dosen pengampu mata kuliah MKWU PAI semester 1 USP.</a:t>
            </a:r>
            <a:endParaRPr 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400" dirty="0">
                <a:sym typeface="+mn-ea"/>
              </a:rPr>
              <a:t>Pilihan tema artikel :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sz="4000"/>
              <a:t>1. Intregrasi Keilmuan sebagai Solusi Kemanusiaan dan Keutamaan</a:t>
            </a:r>
            <a:endParaRPr lang="en-US" sz="4000"/>
          </a:p>
          <a:p>
            <a:r>
              <a:rPr lang="en-US" sz="4000"/>
              <a:t>2.</a:t>
            </a:r>
            <a:r>
              <a:rPr lang="en-US" sz="4000" dirty="0">
                <a:sym typeface="+mn-ea"/>
              </a:rPr>
              <a:t>Moderasi Beragama Untuk Menangkal Ekstrimisme di kalangan Mahasiswa</a:t>
            </a:r>
            <a:endParaRPr lang="en-US"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tenik Penulisan Artikel: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08200"/>
            <a:ext cx="10555605" cy="3761105"/>
          </a:xfrm>
        </p:spPr>
        <p:txBody>
          <a:bodyPr>
            <a:normAutofit fontScale="90000" lnSpcReduction="10000"/>
          </a:bodyPr>
          <a:p>
            <a:r>
              <a:rPr lang="en-US" sz="3600"/>
              <a:t>1.Tugas Individu</a:t>
            </a:r>
            <a:endParaRPr lang="en-US" sz="3600"/>
          </a:p>
          <a:p>
            <a:r>
              <a:rPr lang="en-US" sz="3600"/>
              <a:t>2.Setiap mahasiswa pilih salah satu tema </a:t>
            </a:r>
            <a:endParaRPr lang="en-US" sz="3600"/>
          </a:p>
          <a:p>
            <a:r>
              <a:rPr lang="en-US" sz="3600"/>
              <a:t>3.Artikel dibuat sebanyak minimal 1 lembar maximal 3 lembar</a:t>
            </a:r>
            <a:endParaRPr lang="en-US" sz="3600"/>
          </a:p>
          <a:p>
            <a:r>
              <a:rPr lang="en-US" sz="3600"/>
              <a:t>4.memakai ukuran kertas A4, spasi line 1,5, mode Times New Roman ,front huruf 12</a:t>
            </a:r>
            <a:endParaRPr lang="en-US" sz="3600"/>
          </a:p>
          <a:p>
            <a:r>
              <a:rPr lang="en-US" sz="3600"/>
              <a:t>4. Setiap artikel diunggah di e_learning (Asigment)</a:t>
            </a:r>
            <a:endParaRPr lang="en-US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Selamat Menulis .......</a:t>
            </a:r>
            <a:br>
              <a:rPr lang="en-US"/>
            </a:br>
            <a:r>
              <a:rPr lang="en-US"/>
              <a:t>Dunia ada digenggamanmu.....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sz="4000"/>
              <a:t>         </a:t>
            </a:r>
            <a:r>
              <a:rPr lang="en-US" sz="7200"/>
              <a:t> Trimakasih</a:t>
            </a:r>
            <a:endParaRPr lang="en-US"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{B9E1750D-C8E5-46B4-B418-94A7A41E447D}tf11437505_win32</Template>
  <TotalTime>0</TotalTime>
  <Words>766</Words>
  <Application>WPS Presentation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Speak Pro</vt:lpstr>
      <vt:lpstr>Georgia Pro Cond Light</vt:lpstr>
      <vt:lpstr>Georgia</vt:lpstr>
      <vt:lpstr>Microsoft YaHei</vt:lpstr>
      <vt:lpstr>Arial Unicode MS</vt:lpstr>
      <vt:lpstr>Speak Pro</vt:lpstr>
      <vt:lpstr>Segoe Print</vt:lpstr>
      <vt:lpstr>Algerian</vt:lpstr>
      <vt:lpstr>Times New Roman</vt:lpstr>
      <vt:lpstr>Blackadder ITC</vt:lpstr>
      <vt:lpstr>RetrospectVTI</vt:lpstr>
      <vt:lpstr>MATERI DISKUSI BAB 1 &amp; 2</vt:lpstr>
      <vt:lpstr>PowerPoint 演示文稿</vt:lpstr>
      <vt:lpstr>Active discussion  BAB  1 </vt:lpstr>
      <vt:lpstr>tenik diskusi</vt:lpstr>
      <vt:lpstr>di upload di e_ learning PAI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 DISKUSI BAB 1 &amp;2</dc:title>
  <dc:creator>chuzaemah chuzaemah</dc:creator>
  <cp:lastModifiedBy>chuzaemah chuzaemah</cp:lastModifiedBy>
  <cp:revision>8</cp:revision>
  <dcterms:created xsi:type="dcterms:W3CDTF">2022-10-10T01:02:00Z</dcterms:created>
  <dcterms:modified xsi:type="dcterms:W3CDTF">2023-10-11T15:52:13Z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DF75BFB402894118838A76CF37713886</vt:lpwstr>
  </property>
  <property fmtid="{D5CDD505-2E9C-101B-9397-08002B2CF9AE}" pid="4" name="KSOProductBuildVer">
    <vt:lpwstr>1033-12.2.0.13215</vt:lpwstr>
  </property>
</Properties>
</file>