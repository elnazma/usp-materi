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84" r:id="rId3"/>
    <p:sldId id="286" r:id="rId4"/>
    <p:sldId id="346" r:id="rId5"/>
    <p:sldId id="287" r:id="rId7"/>
    <p:sldId id="324" r:id="rId8"/>
    <p:sldId id="296" r:id="rId9"/>
    <p:sldId id="297" r:id="rId10"/>
    <p:sldId id="298" r:id="rId11"/>
    <p:sldId id="299" r:id="rId12"/>
    <p:sldId id="300" r:id="rId13"/>
    <p:sldId id="301" r:id="rId14"/>
    <p:sldId id="302" r:id="rId15"/>
    <p:sldId id="304" r:id="rId16"/>
    <p:sldId id="305" r:id="rId17"/>
    <p:sldId id="307" r:id="rId18"/>
    <p:sldId id="310" r:id="rId19"/>
    <p:sldId id="308" r:id="rId20"/>
    <p:sldId id="311" r:id="rId21"/>
    <p:sldId id="312" r:id="rId22"/>
    <p:sldId id="303" r:id="rId23"/>
    <p:sldId id="318" r:id="rId24"/>
    <p:sldId id="313" r:id="rId25"/>
    <p:sldId id="314" r:id="rId26"/>
    <p:sldId id="315" r:id="rId27"/>
    <p:sldId id="29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03" userDrawn="1">
          <p15:clr>
            <a:srgbClr val="A4A3A4"/>
          </p15:clr>
        </p15:guide>
        <p15:guide id="2" pos="6216" userDrawn="1">
          <p15:clr>
            <a:srgbClr val="A4A3A4"/>
          </p15:clr>
        </p15:guide>
        <p15:guide id="3" pos="1440" userDrawn="1">
          <p15:clr>
            <a:srgbClr val="A4A3A4"/>
          </p15:clr>
        </p15:guide>
        <p15:guide id="4" orient="horz" pos="2370" userDrawn="1">
          <p15:clr>
            <a:srgbClr val="A4A3A4"/>
          </p15:clr>
        </p15:guide>
        <p15:guide id="5" orient="horz" pos="961" userDrawn="1">
          <p15:clr>
            <a:srgbClr val="A4A3A4"/>
          </p15:clr>
        </p15:guide>
        <p15:guide id="6" pos="3840" userDrawn="1">
          <p15:clr>
            <a:srgbClr val="A4A3A4"/>
          </p15:clr>
        </p15:guide>
        <p15:guide id="7" orient="horz" pos="31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BE8"/>
    <a:srgbClr val="E9C46A"/>
    <a:srgbClr val="97EFD3"/>
    <a:srgbClr val="F15574"/>
    <a:srgbClr val="ECC4BF"/>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99" autoAdjust="0"/>
  </p:normalViewPr>
  <p:slideViewPr>
    <p:cSldViewPr snapToGrid="0" snapToObjects="1" showGuides="1">
      <p:cViewPr varScale="1">
        <p:scale>
          <a:sx n="66" d="100"/>
          <a:sy n="66" d="100"/>
        </p:scale>
        <p:origin x="668" y="44"/>
      </p:cViewPr>
      <p:guideLst>
        <p:guide orient="horz" pos="503"/>
        <p:guide pos="6216"/>
        <p:guide pos="1440"/>
        <p:guide orient="horz" pos="2370"/>
        <p:guide orient="horz" pos="961"/>
        <p:guide pos="3840"/>
        <p:guide orient="horz" pos="3176"/>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endParaRPr lang="en-US" noProof="0"/>
          </a:p>
        </p:txBody>
      </p:sp>
      <p:sp>
        <p:nvSpPr>
          <p:cNvPr id="3" name="Subtitle 2"/>
          <p:cNvSpPr>
            <a:spLocks noGrp="1"/>
          </p:cNvSpPr>
          <p:nvPr>
            <p:ph type="subTitle" idx="1"/>
          </p:nvPr>
        </p:nvSpPr>
        <p:spPr>
          <a:xfrm>
            <a:off x="1463040" y="4014216"/>
            <a:ext cx="4873752" cy="630936"/>
          </a:xfrm>
        </p:spPr>
        <p:txBody>
          <a:bodyPr>
            <a:noAutofit/>
          </a:bodyPr>
          <a:lstStyle>
            <a:lvl1pPr marL="54610"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a:p>
        </p:txBody>
      </p:sp>
      <p:sp>
        <p:nvSpPr>
          <p:cNvPr id="15" name="Picture Placeholder 13"/>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endParaRPr 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8" name="Google Shape;1251;p56"/>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2" name="Text Placeholder 19"/>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3" name="Text Placeholder 19"/>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4" name="Text Placeholder 19"/>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5" name="Text Placeholder 19"/>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7" name="Text Placeholder 26"/>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28" name="Text Placeholder 26"/>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29" name="Text Placeholder 26"/>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30" name="Text Placeholder 26"/>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31" name="Text Placeholder 26"/>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6" name="Slide Number Placeholder 5"/>
          <p:cNvSpPr>
            <a:spLocks noGrp="1"/>
          </p:cNvSpPr>
          <p:nvPr>
            <p:ph type="sldNum" sz="quarter" idx="12"/>
          </p:nvPr>
        </p:nvSpPr>
        <p:spPr/>
        <p:txBody>
          <a:bodyPr/>
          <a:lstStyle/>
          <a:p>
            <a:fld id="{8D0AFDD5-844D-364D-8AEC-50CF4D36D55D}" type="slidenum">
              <a:rPr lang="en-US" noProof="0" smtClean="0"/>
            </a:fld>
            <a:endParaRPr lang="en-US" noProof="0"/>
          </a:p>
        </p:txBody>
      </p:sp>
      <p:sp>
        <p:nvSpPr>
          <p:cNvPr id="5" name="Footer Placeholder 4"/>
          <p:cNvSpPr>
            <a:spLocks noGrp="1"/>
          </p:cNvSpPr>
          <p:nvPr>
            <p:ph type="ftr" sz="quarter" idx="11"/>
          </p:nvPr>
        </p:nvSpPr>
        <p:spPr/>
        <p:txBody>
          <a:bodyPr/>
          <a:lstStyle/>
          <a:p>
            <a:r>
              <a:rPr lang="en-US" noProof="0"/>
              <a:t>Presentation title</a:t>
            </a:r>
            <a:endParaRPr lang="en-US" noProof="0"/>
          </a:p>
        </p:txBody>
      </p:sp>
      <p:sp>
        <p:nvSpPr>
          <p:cNvPr id="4" name="Date Placeholder 3"/>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endParaRPr lang="en-US" noProof="0"/>
          </a:p>
        </p:txBody>
      </p:sp>
      <p:sp>
        <p:nvSpPr>
          <p:cNvPr id="10" name="Picture Placeholder 9"/>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endParaRPr lang="en-US" noProof="0"/>
          </a:p>
        </p:txBody>
      </p:sp>
      <p:sp>
        <p:nvSpPr>
          <p:cNvPr id="3" name="Content Placeholder 2"/>
          <p:cNvSpPr>
            <a:spLocks noGrp="1"/>
          </p:cNvSpPr>
          <p:nvPr>
            <p:ph idx="1"/>
          </p:nvPr>
        </p:nvSpPr>
        <p:spPr>
          <a:xfrm>
            <a:off x="1389888" y="3054096"/>
            <a:ext cx="5010912" cy="2130552"/>
          </a:xfrm>
        </p:spPr>
        <p:txBody>
          <a:bodyPr/>
          <a:lstStyle>
            <a:lvl1pPr marL="54610"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endParaRPr lang="en-US" noProof="0"/>
          </a:p>
        </p:txBody>
      </p:sp>
      <p:cxnSp>
        <p:nvCxnSpPr>
          <p:cNvPr id="28" name="Straight Connector 27"/>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fld>
            <a:endParaRPr lang="en-US" noProof="0"/>
          </a:p>
        </p:txBody>
      </p:sp>
      <p:grpSp>
        <p:nvGrpSpPr>
          <p:cNvPr id="13" name="Group 12"/>
          <p:cNvGrpSpPr/>
          <p:nvPr userDrawn="1"/>
        </p:nvGrpSpPr>
        <p:grpSpPr>
          <a:xfrm>
            <a:off x="0" y="6527001"/>
            <a:ext cx="8294153" cy="5617"/>
            <a:chOff x="0" y="6527001"/>
            <a:chExt cx="8294153" cy="5617"/>
          </a:xfrm>
        </p:grpSpPr>
        <p:cxnSp>
          <p:nvCxnSpPr>
            <p:cNvPr id="14" name="Straight Connector 13"/>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endParaRPr lang="en-US" noProof="0"/>
          </a:p>
        </p:txBody>
      </p:sp>
      <p:sp>
        <p:nvSpPr>
          <p:cNvPr id="3" name="Text Placeholder 2"/>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endParaRPr lang="en-US" noProof="0"/>
          </a:p>
        </p:txBody>
      </p:sp>
      <p:sp>
        <p:nvSpPr>
          <p:cNvPr id="8" name="Google Shape;1251;p56"/>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endParaRPr lang="en-US"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3" name="Content Placeholder 2"/>
          <p:cNvSpPr>
            <a:spLocks noGrp="1"/>
          </p:cNvSpPr>
          <p:nvPr>
            <p:ph idx="1"/>
          </p:nvPr>
        </p:nvSpPr>
        <p:spPr>
          <a:xfrm>
            <a:off x="484632" y="1810512"/>
            <a:ext cx="11000232" cy="4160520"/>
          </a:xfrm>
        </p:spPr>
        <p:txBody>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Slide Number Placeholder 5"/>
          <p:cNvSpPr>
            <a:spLocks noGrp="1"/>
          </p:cNvSpPr>
          <p:nvPr>
            <p:ph type="sldNum" sz="quarter" idx="12"/>
          </p:nvPr>
        </p:nvSpPr>
        <p:spPr/>
        <p:txBody>
          <a:bodyPr/>
          <a:lstStyle/>
          <a:p>
            <a:fld id="{8D0AFDD5-844D-364D-8AEC-50CF4D36D55D}" type="slidenum">
              <a:rPr lang="en-US" noProof="0" smtClean="0"/>
            </a:fld>
            <a:endParaRPr lang="en-US" noProof="0"/>
          </a:p>
        </p:txBody>
      </p:sp>
      <p:sp>
        <p:nvSpPr>
          <p:cNvPr id="5" name="Footer Placeholder 4"/>
          <p:cNvSpPr>
            <a:spLocks noGrp="1"/>
          </p:cNvSpPr>
          <p:nvPr>
            <p:ph type="ftr" sz="quarter" idx="11"/>
          </p:nvPr>
        </p:nvSpPr>
        <p:spPr/>
        <p:txBody>
          <a:bodyPr/>
          <a:lstStyle/>
          <a:p>
            <a:r>
              <a:rPr lang="en-US" noProof="0"/>
              <a:t>Presentation title</a:t>
            </a:r>
            <a:endParaRPr lang="en-US" noProof="0"/>
          </a:p>
        </p:txBody>
      </p:sp>
      <p:sp>
        <p:nvSpPr>
          <p:cNvPr id="4" name="Date Placeholder 3"/>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endParaRPr lang="en-US" noProof="0"/>
          </a:p>
        </p:txBody>
      </p:sp>
      <p:sp>
        <p:nvSpPr>
          <p:cNvPr id="18" name="Text Placeholder 15"/>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endParaRPr lang="en-US" noProof="0"/>
          </a:p>
        </p:txBody>
      </p:sp>
      <p:sp>
        <p:nvSpPr>
          <p:cNvPr id="3" name="Content Placeholder 2"/>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endParaRPr lang="en-US" noProof="0"/>
          </a:p>
        </p:txBody>
      </p:sp>
      <p:sp>
        <p:nvSpPr>
          <p:cNvPr id="17" name="Text Placeholder 15"/>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endParaRPr lang="en-US" noProof="0"/>
          </a:p>
        </p:txBody>
      </p:sp>
      <p:sp>
        <p:nvSpPr>
          <p:cNvPr id="7" name="Date Placeholder 6"/>
          <p:cNvSpPr>
            <a:spLocks noGrp="1"/>
          </p:cNvSpPr>
          <p:nvPr>
            <p:ph type="dt" sz="half" idx="16"/>
          </p:nvPr>
        </p:nvSpPr>
        <p:spPr/>
        <p:txBody>
          <a:bodyPr/>
          <a:lstStyle/>
          <a:p>
            <a:r>
              <a:rPr lang="en-US" noProof="0"/>
              <a:t>20XX</a:t>
            </a:r>
            <a:endParaRPr lang="en-US" noProof="0"/>
          </a:p>
        </p:txBody>
      </p:sp>
      <p:sp>
        <p:nvSpPr>
          <p:cNvPr id="8" name="Footer Placeholder 7"/>
          <p:cNvSpPr>
            <a:spLocks noGrp="1"/>
          </p:cNvSpPr>
          <p:nvPr>
            <p:ph type="ftr" sz="quarter" idx="17"/>
          </p:nvPr>
        </p:nvSpPr>
        <p:spPr/>
        <p:txBody>
          <a:bodyPr/>
          <a:lstStyle/>
          <a:p>
            <a:r>
              <a:rPr lang="en-US" noProof="0"/>
              <a:t>Presentation title</a:t>
            </a:r>
            <a:endParaRPr lang="en-US" noProof="0"/>
          </a:p>
        </p:txBody>
      </p:sp>
      <p:sp>
        <p:nvSpPr>
          <p:cNvPr id="9" name="Slide Number Placeholder 8"/>
          <p:cNvSpPr>
            <a:spLocks noGrp="1"/>
          </p:cNvSpPr>
          <p:nvPr>
            <p:ph type="sldNum" sz="quarter" idx="18"/>
          </p:nvPr>
        </p:nvSpPr>
        <p:spPr/>
        <p:txBody>
          <a:bodyPr/>
          <a:lstStyle/>
          <a:p>
            <a:fld id="{8D0AFDD5-844D-364D-8AEC-50CF4D36D55D}" type="slidenum">
              <a:rPr lang="en-US" noProof="0" smtClean="0"/>
            </a:fld>
            <a:endParaRPr lang="en-U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endParaRPr lang="en-US" noProof="0"/>
          </a:p>
        </p:txBody>
      </p:sp>
      <p:sp>
        <p:nvSpPr>
          <p:cNvPr id="7" name="Google Shape;1149;p53"/>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3" name="Picture Placeholder 22"/>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28" name="Text Placeholder 26"/>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endParaRPr lang="en-US" noProof="0"/>
          </a:p>
        </p:txBody>
      </p:sp>
      <p:sp>
        <p:nvSpPr>
          <p:cNvPr id="29" name="Text Placeholder 24"/>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30" name="Picture Placeholder 22"/>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1" name="Text Placeholder 26"/>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endParaRPr lang="en-US" noProof="0"/>
          </a:p>
        </p:txBody>
      </p:sp>
      <p:sp>
        <p:nvSpPr>
          <p:cNvPr id="32" name="Text Placeholder 24"/>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33" name="Picture Placeholder 22"/>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4" name="Text Placeholder 26"/>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endParaRPr lang="en-US" noProof="0"/>
          </a:p>
        </p:txBody>
      </p:sp>
      <p:sp>
        <p:nvSpPr>
          <p:cNvPr id="35" name="Text Placeholder 24"/>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36" name="Picture Placeholder 22"/>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7" name="Text Placeholder 26"/>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endParaRPr lang="en-US" noProof="0"/>
          </a:p>
        </p:txBody>
      </p:sp>
      <p:cxnSp>
        <p:nvCxnSpPr>
          <p:cNvPr id="47" name="Straight Connector 46"/>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fld>
            <a:endParaRPr lang="en-US" noProof="0"/>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noProof="0"/>
              <a:t>Presentation title</a:t>
            </a:r>
            <a:endParaRPr lang="en-US" noProof="0"/>
          </a:p>
        </p:txBody>
      </p:sp>
      <p:sp>
        <p:nvSpPr>
          <p:cNvPr id="3" name="Date Placeholder 2"/>
          <p:cNvSpPr>
            <a:spLocks noGrp="1"/>
          </p:cNvSpPr>
          <p:nvPr>
            <p:ph type="dt" sz="half" idx="10"/>
          </p:nvPr>
        </p:nvSpPr>
        <p:spPr/>
        <p:txBody>
          <a:bodyPr/>
          <a:lstStyle>
            <a:lvl1pPr>
              <a:defRPr>
                <a:solidFill>
                  <a:schemeClr val="bg1"/>
                </a:solidFill>
              </a:defRPr>
            </a:lvl1pPr>
          </a:lstStyle>
          <a:p>
            <a:r>
              <a:rPr lang="en-US" noProof="0"/>
              <a:t>20XX</a:t>
            </a:r>
            <a:endParaRPr lang="en-U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p:cNvSpPr>
            <a:spLocks noGrp="1"/>
          </p:cNvSpPr>
          <p:nvPr>
            <p:ph type="title"/>
          </p:nvPr>
        </p:nvSpPr>
        <p:spPr/>
        <p:txBody>
          <a:bodyPr/>
          <a:lstStyle>
            <a:lvl1pPr>
              <a:defRPr>
                <a:solidFill>
                  <a:schemeClr val="tx1"/>
                </a:solidFill>
              </a:defRPr>
            </a:lvl1pPr>
          </a:lstStyle>
          <a:p>
            <a:r>
              <a:rPr lang="en-US" noProof="0"/>
              <a:t>Click to edit Master title style</a:t>
            </a:r>
            <a:endParaRPr lang="en-US" noProof="0"/>
          </a:p>
        </p:txBody>
      </p:sp>
      <p:sp>
        <p:nvSpPr>
          <p:cNvPr id="25" name="Text Placeholder 24"/>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23" name="Picture Placeholder 22"/>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28" name="Text Placeholder 26"/>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46" name="Text Placeholder 24"/>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57" name="Picture Placeholder 22"/>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47" name="Text Placeholder 26"/>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29" name="Text Placeholder 24"/>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30" name="Picture Placeholder 22"/>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1" name="Text Placeholder 26"/>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48" name="Text Placeholder 24"/>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49" name="Picture Placeholder 22"/>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50" name="Text Placeholder 26"/>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32" name="Text Placeholder 24"/>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33" name="Picture Placeholder 22"/>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4" name="Text Placeholder 26"/>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51" name="Text Placeholder 24"/>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52" name="Picture Placeholder 22"/>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53" name="Text Placeholder 26"/>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35" name="Text Placeholder 24"/>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36" name="Picture Placeholder 22"/>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7" name="Text Placeholder 26"/>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54" name="Text Placeholder 24"/>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55" name="Picture Placeholder 22"/>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56" name="Text Placeholder 26"/>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endParaRPr lang="en-U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endParaRPr lang="en-US" noProof="0"/>
          </a:p>
        </p:txBody>
      </p:sp>
      <p:sp>
        <p:nvSpPr>
          <p:cNvPr id="7" name="Google Shape;1247;p56"/>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endParaRPr lang="en-US" noProof="0"/>
          </a:p>
        </p:txBody>
      </p:sp>
      <p:sp>
        <p:nvSpPr>
          <p:cNvPr id="53" name="Text Placeholder 52"/>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58" name="Text Placeholder 52"/>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
        <p:nvSpPr>
          <p:cNvPr id="48" name="Picture Placeholder 46"/>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endParaRPr lang="en-US" noProof="0"/>
          </a:p>
        </p:txBody>
      </p:sp>
      <p:sp>
        <p:nvSpPr>
          <p:cNvPr id="54" name="Text Placeholder 52"/>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59" name="Text Placeholder 52"/>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
        <p:nvSpPr>
          <p:cNvPr id="49" name="Picture Placeholder 46"/>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endParaRPr lang="en-US" noProof="0"/>
          </a:p>
        </p:txBody>
      </p:sp>
      <p:sp>
        <p:nvSpPr>
          <p:cNvPr id="55" name="Text Placeholder 52"/>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60" name="Text Placeholder 52"/>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
        <p:nvSpPr>
          <p:cNvPr id="50" name="Picture Placeholder 46"/>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endParaRPr lang="en-US" noProof="0"/>
          </a:p>
        </p:txBody>
      </p:sp>
      <p:sp>
        <p:nvSpPr>
          <p:cNvPr id="56" name="Text Placeholder 52"/>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61" name="Text Placeholder 52"/>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
        <p:nvSpPr>
          <p:cNvPr id="51" name="Picture Placeholder 46"/>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endParaRPr lang="en-US" noProof="0"/>
          </a:p>
        </p:txBody>
      </p:sp>
      <p:sp>
        <p:nvSpPr>
          <p:cNvPr id="57" name="Text Placeholder 52"/>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62" name="Text Placeholder 52"/>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endParaRPr lang="en-US" noProof="0"/>
          </a:p>
        </p:txBody>
      </p:sp>
      <p:sp>
        <p:nvSpPr>
          <p:cNvPr id="36" name="Text Placeholder 35"/>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
        <p:nvSpPr>
          <p:cNvPr id="40" name="Text Placeholder 35"/>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
        <p:nvSpPr>
          <p:cNvPr id="43" name="Text Placeholder 35"/>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
        <p:nvSpPr>
          <p:cNvPr id="39" name="Text Placeholder 35"/>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
        <p:nvSpPr>
          <p:cNvPr id="41" name="Text Placeholder 35"/>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p:cNvSpPr>
            <a:spLocks noGrp="1"/>
          </p:cNvSpPr>
          <p:nvPr>
            <p:ph type="title"/>
          </p:nvPr>
        </p:nvSpPr>
        <p:spPr/>
        <p:txBody>
          <a:bodyPr/>
          <a:lstStyle/>
          <a:p>
            <a:r>
              <a:rPr lang="en-US" noProof="0"/>
              <a:t>Click to edit Master title style</a:t>
            </a:r>
            <a:endParaRPr lang="en-US" noProof="0"/>
          </a:p>
        </p:txBody>
      </p:sp>
      <p:sp>
        <p:nvSpPr>
          <p:cNvPr id="21" name="Text Placeholder 2"/>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endParaRPr lang="en-US" noProof="0"/>
          </a:p>
        </p:txBody>
      </p:sp>
      <p:sp>
        <p:nvSpPr>
          <p:cNvPr id="4" name="Content Placeholder 3"/>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22" name="Text Placeholder 4"/>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endParaRPr lang="en-US" noProof="0"/>
          </a:p>
        </p:txBody>
      </p:sp>
      <p:sp>
        <p:nvSpPr>
          <p:cNvPr id="20" name="Content Placeholder 3"/>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9" name="Slide Number Placeholder 8"/>
          <p:cNvSpPr>
            <a:spLocks noGrp="1"/>
          </p:cNvSpPr>
          <p:nvPr>
            <p:ph type="sldNum" sz="quarter" idx="12"/>
          </p:nvPr>
        </p:nvSpPr>
        <p:spPr/>
        <p:txBody>
          <a:bodyPr/>
          <a:lstStyle/>
          <a:p>
            <a:fld id="{8D0AFDD5-844D-364D-8AEC-50CF4D36D55D}" type="slidenum">
              <a:rPr lang="en-US" noProof="0" smtClean="0"/>
            </a:fld>
            <a:endParaRPr lang="en-US" noProof="0"/>
          </a:p>
        </p:txBody>
      </p:sp>
      <p:sp>
        <p:nvSpPr>
          <p:cNvPr id="8" name="Footer Placeholder 7"/>
          <p:cNvSpPr>
            <a:spLocks noGrp="1"/>
          </p:cNvSpPr>
          <p:nvPr>
            <p:ph type="ftr" sz="quarter" idx="11"/>
          </p:nvPr>
        </p:nvSpPr>
        <p:spPr/>
        <p:txBody>
          <a:bodyPr/>
          <a:lstStyle/>
          <a:p>
            <a:r>
              <a:rPr lang="en-US" noProof="0"/>
              <a:t>Presentation title</a:t>
            </a:r>
            <a:endParaRPr lang="en-US" noProof="0"/>
          </a:p>
        </p:txBody>
      </p:sp>
      <p:sp>
        <p:nvSpPr>
          <p:cNvPr id="7" name="Date Placeholder 6"/>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7" name="Google Shape;1148;p53"/>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1" name="Content Placeholder 3"/>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20" name="Text Placeholder 24"/>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3" name="Content Placeholder 3"/>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5" name="Slide Number Placeholder 4"/>
          <p:cNvSpPr>
            <a:spLocks noGrp="1"/>
          </p:cNvSpPr>
          <p:nvPr>
            <p:ph type="sldNum" sz="quarter" idx="12"/>
          </p:nvPr>
        </p:nvSpPr>
        <p:spPr/>
        <p:txBody>
          <a:bodyPr/>
          <a:lstStyle/>
          <a:p>
            <a:fld id="{8D0AFDD5-844D-364D-8AEC-50CF4D36D55D}" type="slidenum">
              <a:rPr lang="en-US" noProof="0" smtClean="0"/>
            </a:fld>
            <a:endParaRPr lang="en-US" noProof="0"/>
          </a:p>
        </p:txBody>
      </p:sp>
      <p:sp>
        <p:nvSpPr>
          <p:cNvPr id="4" name="Footer Placeholder 3"/>
          <p:cNvSpPr>
            <a:spLocks noGrp="1"/>
          </p:cNvSpPr>
          <p:nvPr>
            <p:ph type="ftr" sz="quarter" idx="11"/>
          </p:nvPr>
        </p:nvSpPr>
        <p:spPr/>
        <p:txBody>
          <a:bodyPr/>
          <a:lstStyle/>
          <a:p>
            <a:r>
              <a:rPr lang="en-US" noProof="0"/>
              <a:t>Presentation title</a:t>
            </a:r>
            <a:endParaRPr lang="en-US" noProof="0"/>
          </a:p>
        </p:txBody>
      </p:sp>
      <p:sp>
        <p:nvSpPr>
          <p:cNvPr id="3" name="Date Placeholder 2"/>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7" name="Google Shape;1148;p53"/>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1" name="Content Placeholder 3"/>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19" name="Text Placeholder 24"/>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2" name="Content Placeholder 3"/>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20" name="Text Placeholder 24"/>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3" name="Content Placeholder 3"/>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5" name="Slide Number Placeholder 4"/>
          <p:cNvSpPr>
            <a:spLocks noGrp="1"/>
          </p:cNvSpPr>
          <p:nvPr>
            <p:ph type="sldNum" sz="quarter" idx="12"/>
          </p:nvPr>
        </p:nvSpPr>
        <p:spPr/>
        <p:txBody>
          <a:bodyPr/>
          <a:lstStyle/>
          <a:p>
            <a:fld id="{8D0AFDD5-844D-364D-8AEC-50CF4D36D55D}" type="slidenum">
              <a:rPr lang="en-US" noProof="0" smtClean="0"/>
            </a:fld>
            <a:endParaRPr lang="en-US" noProof="0"/>
          </a:p>
        </p:txBody>
      </p:sp>
      <p:sp>
        <p:nvSpPr>
          <p:cNvPr id="4" name="Footer Placeholder 3"/>
          <p:cNvSpPr>
            <a:spLocks noGrp="1"/>
          </p:cNvSpPr>
          <p:nvPr>
            <p:ph type="ftr" sz="quarter" idx="11"/>
          </p:nvPr>
        </p:nvSpPr>
        <p:spPr/>
        <p:txBody>
          <a:bodyPr/>
          <a:lstStyle/>
          <a:p>
            <a:r>
              <a:rPr lang="en-US" noProof="0"/>
              <a:t>Presentation title</a:t>
            </a:r>
            <a:endParaRPr lang="en-US" noProof="0"/>
          </a:p>
        </p:txBody>
      </p:sp>
      <p:sp>
        <p:nvSpPr>
          <p:cNvPr id="3" name="Date Placeholder 2"/>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endParaRPr lang="en-US" noProof="0"/>
          </a:p>
        </p:txBody>
      </p:sp>
      <p:sp>
        <p:nvSpPr>
          <p:cNvPr id="19" name="Picture Placeholder 18"/>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endParaRPr lang="en-US" noProof="0"/>
          </a:p>
        </p:txBody>
      </p:sp>
      <p:sp>
        <p:nvSpPr>
          <p:cNvPr id="15" name="Content Placeholder 2"/>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endParaRPr lang="en-US" noProof="0"/>
          </a:p>
        </p:txBody>
      </p:sp>
      <p:sp>
        <p:nvSpPr>
          <p:cNvPr id="5" name="Slide Number Placeholder 4"/>
          <p:cNvSpPr>
            <a:spLocks noGrp="1"/>
          </p:cNvSpPr>
          <p:nvPr>
            <p:ph type="sldNum" sz="quarter" idx="12"/>
          </p:nvPr>
        </p:nvSpPr>
        <p:spPr>
          <a:xfrm>
            <a:off x="8072901" y="6400904"/>
            <a:ext cx="365760" cy="246888"/>
          </a:xfrm>
        </p:spPr>
        <p:txBody>
          <a:bodyPr/>
          <a:lstStyle/>
          <a:p>
            <a:fld id="{8D0AFDD5-844D-364D-8AEC-50CF4D36D55D}" type="slidenum">
              <a:rPr lang="en-US" noProof="0" smtClean="0"/>
            </a:fld>
            <a:endParaRPr lang="en-US" noProof="0"/>
          </a:p>
        </p:txBody>
      </p:sp>
      <p:cxnSp>
        <p:nvCxnSpPr>
          <p:cNvPr id="21" name="Straight Connector 20"/>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endParaRPr lang="en-US" noProof="0"/>
          </a:p>
        </p:txBody>
      </p:sp>
      <p:sp>
        <p:nvSpPr>
          <p:cNvPr id="3" name="Subtitle 2"/>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a:p>
        </p:txBody>
      </p:sp>
      <p:sp>
        <p:nvSpPr>
          <p:cNvPr id="15" name="Picture Placeholder 13"/>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endParaRPr lang="en-U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5" name="Slide Number Placeholder 4"/>
          <p:cNvSpPr>
            <a:spLocks noGrp="1"/>
          </p:cNvSpPr>
          <p:nvPr>
            <p:ph type="sldNum" sz="quarter" idx="12"/>
          </p:nvPr>
        </p:nvSpPr>
        <p:spPr/>
        <p:txBody>
          <a:bodyPr/>
          <a:lstStyle/>
          <a:p>
            <a:fld id="{8D0AFDD5-844D-364D-8AEC-50CF4D36D55D}" type="slidenum">
              <a:rPr lang="en-US" noProof="0" smtClean="0"/>
            </a:fld>
            <a:endParaRPr lang="en-US" noProof="0"/>
          </a:p>
        </p:txBody>
      </p:sp>
      <p:sp>
        <p:nvSpPr>
          <p:cNvPr id="4" name="Footer Placeholder 3"/>
          <p:cNvSpPr>
            <a:spLocks noGrp="1"/>
          </p:cNvSpPr>
          <p:nvPr>
            <p:ph type="ftr" sz="quarter" idx="11"/>
          </p:nvPr>
        </p:nvSpPr>
        <p:spPr/>
        <p:txBody>
          <a:bodyPr/>
          <a:lstStyle/>
          <a:p>
            <a:r>
              <a:rPr lang="en-US" noProof="0"/>
              <a:t>Presentation title</a:t>
            </a:r>
            <a:endParaRPr lang="en-US" noProof="0"/>
          </a:p>
        </p:txBody>
      </p:sp>
      <p:sp>
        <p:nvSpPr>
          <p:cNvPr id="3" name="Date Placeholder 2"/>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D0AFDD5-844D-364D-8AEC-50CF4D36D55D}" type="slidenum">
              <a:rPr lang="en-US" noProof="0" smtClean="0"/>
            </a:fld>
            <a:endParaRPr lang="en-US" noProof="0"/>
          </a:p>
        </p:txBody>
      </p:sp>
      <p:sp>
        <p:nvSpPr>
          <p:cNvPr id="3" name="Footer Placeholder 2"/>
          <p:cNvSpPr>
            <a:spLocks noGrp="1"/>
          </p:cNvSpPr>
          <p:nvPr>
            <p:ph type="ftr" sz="quarter" idx="11"/>
          </p:nvPr>
        </p:nvSpPr>
        <p:spPr/>
        <p:txBody>
          <a:bodyPr/>
          <a:lstStyle/>
          <a:p>
            <a:r>
              <a:rPr lang="en-US" noProof="0"/>
              <a:t>Presentation title</a:t>
            </a:r>
            <a:endParaRPr lang="en-US" noProof="0"/>
          </a:p>
        </p:txBody>
      </p:sp>
      <p:sp>
        <p:nvSpPr>
          <p:cNvPr id="2" name="Date Placeholder 1"/>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endParaRPr lang="en-US" dirty="0"/>
          </a:p>
        </p:txBody>
      </p:sp>
      <p:sp>
        <p:nvSpPr>
          <p:cNvPr id="5" name="Footer Placeholder 4"/>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endParaRPr lang="en-US" dirty="0"/>
          </a:p>
        </p:txBody>
      </p:sp>
      <p:sp>
        <p:nvSpPr>
          <p:cNvPr id="6" name="Slide Number Placeholder 5"/>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fld>
            <a:endParaRPr lang="en-US" dirty="0"/>
          </a:p>
        </p:txBody>
      </p:sp>
      <p:cxnSp>
        <p:nvCxnSpPr>
          <p:cNvPr id="8" name="Straight Connector 7"/>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944880" y="846455"/>
            <a:ext cx="10046335" cy="4893945"/>
          </a:xfrm>
          <a:prstGeom prst="rect">
            <a:avLst/>
          </a:prstGeom>
        </p:spPr>
      </p:pic>
      <p:sp>
        <p:nvSpPr>
          <p:cNvPr id="23" name="Title 22"/>
          <p:cNvSpPr>
            <a:spLocks noGrp="1"/>
          </p:cNvSpPr>
          <p:nvPr>
            <p:ph type="ctrTitle"/>
          </p:nvPr>
        </p:nvSpPr>
        <p:spPr>
          <a:xfrm>
            <a:off x="933651" y="798897"/>
            <a:ext cx="10125776" cy="952901"/>
          </a:xfrm>
        </p:spPr>
        <p:txBody>
          <a:bodyPr/>
          <a:lstStyle/>
          <a:p>
            <a:r>
              <a:rPr lang="en-US" sz="3200" dirty="0">
                <a:solidFill>
                  <a:schemeClr val="bg1"/>
                </a:solidFill>
              </a:rPr>
              <a:t>BAB 3 .TRANSFORMASI IMAN DALAM KEHIDUPAN</a:t>
            </a:r>
            <a:endParaRPr lang="en-US" sz="3200" dirty="0">
              <a:solidFill>
                <a:schemeClr val="bg1"/>
              </a:solidFill>
            </a:endParaRPr>
          </a:p>
        </p:txBody>
      </p:sp>
      <p:sp>
        <p:nvSpPr>
          <p:cNvPr id="26" name="Subtitle 25"/>
          <p:cNvSpPr>
            <a:spLocks noGrp="1"/>
          </p:cNvSpPr>
          <p:nvPr>
            <p:ph type="subTitle" idx="1"/>
          </p:nvPr>
        </p:nvSpPr>
        <p:spPr>
          <a:xfrm>
            <a:off x="1132573" y="1751798"/>
            <a:ext cx="9811351" cy="490888"/>
          </a:xfrm>
        </p:spPr>
        <p:txBody>
          <a:bodyPr/>
          <a:lstStyle/>
          <a:p>
            <a:r>
              <a:rPr lang="en-US" dirty="0" err="1">
                <a:solidFill>
                  <a:schemeClr val="bg1"/>
                </a:solidFill>
              </a:rPr>
              <a:t>Untuk</a:t>
            </a:r>
            <a:r>
              <a:rPr lang="en-US" dirty="0">
                <a:solidFill>
                  <a:schemeClr val="bg1"/>
                </a:solidFill>
              </a:rPr>
              <a:t> </a:t>
            </a:r>
            <a:r>
              <a:rPr lang="en-US" dirty="0" err="1">
                <a:solidFill>
                  <a:schemeClr val="bg1"/>
                </a:solidFill>
              </a:rPr>
              <a:t>Mahasisawa</a:t>
            </a:r>
            <a:r>
              <a:rPr lang="en-US" dirty="0">
                <a:solidFill>
                  <a:schemeClr val="bg1"/>
                </a:solidFill>
              </a:rPr>
              <a:t> PAI USP Semester 1 , Kamis . 26  </a:t>
            </a:r>
            <a:r>
              <a:rPr lang="en-US" dirty="0" err="1">
                <a:solidFill>
                  <a:schemeClr val="bg1"/>
                </a:solidFill>
              </a:rPr>
              <a:t>Oktober</a:t>
            </a:r>
            <a:r>
              <a:rPr lang="en-US" dirty="0">
                <a:solidFill>
                  <a:schemeClr val="bg1"/>
                </a:solidFill>
              </a:rPr>
              <a:t> 2023​</a:t>
            </a:r>
            <a:endParaRPr lang="en-US" dirty="0">
              <a:solidFill>
                <a:schemeClr val="bg1"/>
              </a:solidFill>
            </a:endParaRPr>
          </a:p>
          <a:p>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val 17"/>
          <p:cNvSpPr/>
          <p:nvPr/>
        </p:nvSpPr>
        <p:spPr>
          <a:xfrm>
            <a:off x="8438515" y="4958080"/>
            <a:ext cx="1967230" cy="1689735"/>
          </a:xfrm>
          <a:prstGeom prst="ellipse">
            <a:avLst/>
          </a:prstGeom>
          <a:solidFill>
            <a:schemeClr val="accent3">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itle 1"/>
          <p:cNvSpPr>
            <a:spLocks noGrp="1"/>
          </p:cNvSpPr>
          <p:nvPr>
            <p:ph type="title"/>
          </p:nvPr>
        </p:nvSpPr>
        <p:spPr/>
        <p:txBody>
          <a:bodyPr/>
          <a:lstStyle/>
          <a:p>
            <a:r>
              <a:rPr lang="en-US" sz="5400" dirty="0">
                <a:latin typeface="Algerian" panose="04020705040A02060702" pitchFamily="82" charset="0"/>
              </a:rPr>
              <a:t>RUKUN IMAN</a:t>
            </a:r>
            <a:endParaRPr lang="en-US" sz="5400" dirty="0">
              <a:latin typeface="Algerian" panose="04020705040A02060702" pitchFamily="82" charset="0"/>
            </a:endParaRPr>
          </a:p>
        </p:txBody>
      </p:sp>
      <p:sp>
        <p:nvSpPr>
          <p:cNvPr id="3" name="Text Placeholder 2"/>
          <p:cNvSpPr>
            <a:spLocks noGrp="1"/>
          </p:cNvSpPr>
          <p:nvPr>
            <p:ph type="body" sz="quarter" idx="13"/>
          </p:nvPr>
        </p:nvSpPr>
        <p:spPr>
          <a:xfrm>
            <a:off x="824231" y="2517013"/>
            <a:ext cx="1664368" cy="1622425"/>
          </a:xfrm>
        </p:spPr>
        <p:txBody>
          <a:bodyPr/>
          <a:lstStyle/>
          <a:p>
            <a:r>
              <a:rPr lang="en-US" dirty="0"/>
              <a:t>1</a:t>
            </a:r>
            <a:endParaRPr lang="en-US" dirty="0"/>
          </a:p>
        </p:txBody>
      </p:sp>
      <p:sp>
        <p:nvSpPr>
          <p:cNvPr id="4" name="Text Placeholder 3"/>
          <p:cNvSpPr>
            <a:spLocks noGrp="1"/>
          </p:cNvSpPr>
          <p:nvPr>
            <p:ph type="body" sz="quarter" idx="14"/>
          </p:nvPr>
        </p:nvSpPr>
        <p:spPr>
          <a:xfrm>
            <a:off x="2992120" y="2441448"/>
            <a:ext cx="1622425" cy="1622425"/>
          </a:xfrm>
        </p:spPr>
        <p:txBody>
          <a:bodyPr/>
          <a:lstStyle/>
          <a:p>
            <a:r>
              <a:rPr lang="en-US" dirty="0"/>
              <a:t>2</a:t>
            </a:r>
            <a:endParaRPr lang="en-US" dirty="0"/>
          </a:p>
        </p:txBody>
      </p:sp>
      <p:sp>
        <p:nvSpPr>
          <p:cNvPr id="5" name="Text Placeholder 4"/>
          <p:cNvSpPr>
            <a:spLocks noGrp="1"/>
          </p:cNvSpPr>
          <p:nvPr>
            <p:ph type="body" sz="quarter" idx="15"/>
          </p:nvPr>
        </p:nvSpPr>
        <p:spPr>
          <a:xfrm>
            <a:off x="5330825" y="2441575"/>
            <a:ext cx="1560195" cy="1622425"/>
          </a:xfrm>
        </p:spPr>
        <p:txBody>
          <a:bodyPr/>
          <a:lstStyle/>
          <a:p>
            <a:r>
              <a:rPr lang="en-US" dirty="0"/>
              <a:t>3</a:t>
            </a:r>
            <a:endParaRPr lang="en-US" dirty="0"/>
          </a:p>
        </p:txBody>
      </p:sp>
      <p:sp>
        <p:nvSpPr>
          <p:cNvPr id="6" name="Text Placeholder 5"/>
          <p:cNvSpPr>
            <a:spLocks noGrp="1"/>
          </p:cNvSpPr>
          <p:nvPr>
            <p:ph type="body" sz="quarter" idx="16"/>
          </p:nvPr>
        </p:nvSpPr>
        <p:spPr/>
        <p:txBody>
          <a:bodyPr/>
          <a:lstStyle/>
          <a:p>
            <a:r>
              <a:rPr lang="en-US" dirty="0"/>
              <a:t>4</a:t>
            </a:r>
            <a:endParaRPr lang="en-US" dirty="0"/>
          </a:p>
        </p:txBody>
      </p:sp>
      <p:sp>
        <p:nvSpPr>
          <p:cNvPr id="7" name="Text Placeholder 6"/>
          <p:cNvSpPr>
            <a:spLocks noGrp="1"/>
          </p:cNvSpPr>
          <p:nvPr>
            <p:ph type="body" sz="quarter" idx="17"/>
          </p:nvPr>
        </p:nvSpPr>
        <p:spPr/>
        <p:txBody>
          <a:bodyPr/>
          <a:lstStyle/>
          <a:p>
            <a:r>
              <a:rPr lang="en-US" dirty="0"/>
              <a:t>5</a:t>
            </a:r>
            <a:endParaRPr lang="en-US" dirty="0"/>
          </a:p>
        </p:txBody>
      </p:sp>
      <p:sp>
        <p:nvSpPr>
          <p:cNvPr id="8" name="Text Placeholder 7"/>
          <p:cNvSpPr>
            <a:spLocks noGrp="1"/>
          </p:cNvSpPr>
          <p:nvPr>
            <p:ph type="body" sz="quarter" idx="18"/>
          </p:nvPr>
        </p:nvSpPr>
        <p:spPr>
          <a:xfrm>
            <a:off x="824102" y="4325111"/>
            <a:ext cx="1947672" cy="891781"/>
          </a:xfrm>
        </p:spPr>
        <p:txBody>
          <a:bodyPr/>
          <a:lstStyle/>
          <a:p>
            <a:r>
              <a:rPr lang="en-US" dirty="0"/>
              <a:t>Iman </a:t>
            </a:r>
            <a:r>
              <a:rPr lang="en-US" dirty="0" err="1"/>
              <a:t>kepada</a:t>
            </a:r>
            <a:r>
              <a:rPr lang="en-US" dirty="0"/>
              <a:t> ALLAH</a:t>
            </a:r>
            <a:endParaRPr lang="en-US" dirty="0"/>
          </a:p>
          <a:p>
            <a:endParaRPr lang="en-US" dirty="0"/>
          </a:p>
        </p:txBody>
      </p:sp>
      <p:sp>
        <p:nvSpPr>
          <p:cNvPr id="9" name="Text Placeholder 8"/>
          <p:cNvSpPr>
            <a:spLocks noGrp="1"/>
          </p:cNvSpPr>
          <p:nvPr>
            <p:ph type="body" sz="quarter" idx="19"/>
          </p:nvPr>
        </p:nvSpPr>
        <p:spPr>
          <a:xfrm>
            <a:off x="2992056" y="4326702"/>
            <a:ext cx="1947672" cy="630936"/>
          </a:xfrm>
        </p:spPr>
        <p:txBody>
          <a:bodyPr/>
          <a:lstStyle/>
          <a:p>
            <a:r>
              <a:rPr lang="en-US" dirty="0"/>
              <a:t>Iman </a:t>
            </a:r>
            <a:r>
              <a:rPr lang="en-US" dirty="0" err="1"/>
              <a:t>kepada</a:t>
            </a:r>
            <a:r>
              <a:rPr lang="en-US" dirty="0"/>
              <a:t> </a:t>
            </a:r>
            <a:r>
              <a:rPr lang="en-US" dirty="0" err="1"/>
              <a:t>Malikat</a:t>
            </a:r>
            <a:r>
              <a:rPr lang="en-US" dirty="0"/>
              <a:t> Allah</a:t>
            </a:r>
            <a:endParaRPr lang="en-US" dirty="0"/>
          </a:p>
          <a:p>
            <a:endParaRPr lang="en-US" dirty="0"/>
          </a:p>
        </p:txBody>
      </p:sp>
      <p:sp>
        <p:nvSpPr>
          <p:cNvPr id="10" name="Text Placeholder 9"/>
          <p:cNvSpPr>
            <a:spLocks noGrp="1"/>
          </p:cNvSpPr>
          <p:nvPr>
            <p:ph type="body" sz="quarter" idx="20"/>
          </p:nvPr>
        </p:nvSpPr>
        <p:spPr/>
        <p:txBody>
          <a:bodyPr/>
          <a:lstStyle/>
          <a:p>
            <a:r>
              <a:rPr lang="en-US" dirty="0"/>
              <a:t>Iman </a:t>
            </a:r>
            <a:r>
              <a:rPr lang="en-US" dirty="0" err="1"/>
              <a:t>kepada</a:t>
            </a:r>
            <a:r>
              <a:rPr lang="en-US" dirty="0"/>
              <a:t> Kitab –kitab Allah</a:t>
            </a:r>
            <a:endParaRPr lang="en-US" dirty="0"/>
          </a:p>
          <a:p>
            <a:endParaRPr lang="en-US" dirty="0"/>
          </a:p>
        </p:txBody>
      </p:sp>
      <p:sp>
        <p:nvSpPr>
          <p:cNvPr id="11" name="Text Placeholder 10"/>
          <p:cNvSpPr>
            <a:spLocks noGrp="1"/>
          </p:cNvSpPr>
          <p:nvPr>
            <p:ph type="body" sz="quarter" idx="21"/>
          </p:nvPr>
        </p:nvSpPr>
        <p:spPr/>
        <p:txBody>
          <a:bodyPr/>
          <a:lstStyle/>
          <a:p>
            <a:r>
              <a:rPr lang="en-US" dirty="0" err="1"/>
              <a:t>Iman Kepada</a:t>
            </a:r>
            <a:r>
              <a:rPr lang="en-US" dirty="0"/>
              <a:t> </a:t>
            </a:r>
            <a:r>
              <a:rPr lang="en-US" dirty="0" err="1"/>
              <a:t>Rosul</a:t>
            </a:r>
            <a:endParaRPr lang="en-US" dirty="0"/>
          </a:p>
          <a:p>
            <a:endParaRPr lang="en-US" dirty="0"/>
          </a:p>
        </p:txBody>
      </p:sp>
      <p:sp>
        <p:nvSpPr>
          <p:cNvPr id="12" name="Text Placeholder 11"/>
          <p:cNvSpPr>
            <a:spLocks noGrp="1"/>
          </p:cNvSpPr>
          <p:nvPr>
            <p:ph type="body" sz="quarter" idx="22"/>
          </p:nvPr>
        </p:nvSpPr>
        <p:spPr/>
        <p:txBody>
          <a:bodyPr/>
          <a:lstStyle/>
          <a:p>
            <a:r>
              <a:rPr lang="en-US" dirty="0"/>
              <a:t>Iman </a:t>
            </a:r>
            <a:r>
              <a:rPr lang="en-US" dirty="0" err="1"/>
              <a:t>Kepada</a:t>
            </a:r>
            <a:r>
              <a:rPr lang="en-US" dirty="0"/>
              <a:t> Hari </a:t>
            </a:r>
            <a:r>
              <a:rPr lang="en-US" dirty="0" err="1"/>
              <a:t>Qiyamat</a:t>
            </a:r>
            <a:endParaRPr lang="en-US" dirty="0"/>
          </a:p>
          <a:p>
            <a:endParaRPr lang="en-US" dirty="0"/>
          </a:p>
        </p:txBody>
      </p:sp>
      <p:sp>
        <p:nvSpPr>
          <p:cNvPr id="15" name="Slide Number Placeholder 14"/>
          <p:cNvSpPr>
            <a:spLocks noGrp="1"/>
          </p:cNvSpPr>
          <p:nvPr>
            <p:ph type="sldNum" sz="quarter" idx="12"/>
          </p:nvPr>
        </p:nvSpPr>
        <p:spPr/>
        <p:txBody>
          <a:bodyPr/>
          <a:lstStyle/>
          <a:p>
            <a:fld id="{8D0AFDD5-844D-364D-8AEC-50CF4D36D55D}" type="slidenum">
              <a:rPr lang="en-US" smtClean="0"/>
            </a:fld>
            <a:endParaRPr lang="en-US" dirty="0"/>
          </a:p>
        </p:txBody>
      </p:sp>
      <p:sp>
        <p:nvSpPr>
          <p:cNvPr id="14" name="Footer Placeholder 13"/>
          <p:cNvSpPr>
            <a:spLocks noGrp="1"/>
          </p:cNvSpPr>
          <p:nvPr>
            <p:ph type="ftr" sz="quarter" idx="11"/>
          </p:nvPr>
        </p:nvSpPr>
        <p:spPr/>
        <p:txBody>
          <a:bodyPr/>
          <a:lstStyle/>
          <a:p>
            <a:r>
              <a:rPr lang="en-US" dirty="0"/>
              <a:t>Presentation title</a:t>
            </a:r>
            <a:endParaRPr lang="en-US" dirty="0"/>
          </a:p>
        </p:txBody>
      </p:sp>
      <p:sp>
        <p:nvSpPr>
          <p:cNvPr id="13" name="Date Placeholder 12"/>
          <p:cNvSpPr>
            <a:spLocks noGrp="1"/>
          </p:cNvSpPr>
          <p:nvPr>
            <p:ph type="dt" sz="half" idx="10"/>
          </p:nvPr>
        </p:nvSpPr>
        <p:spPr/>
        <p:txBody>
          <a:bodyPr/>
          <a:lstStyle/>
          <a:p>
            <a:r>
              <a:rPr lang="en-US" dirty="0"/>
              <a:t>20XX</a:t>
            </a:r>
            <a:endParaRPr lang="en-US" dirty="0"/>
          </a:p>
        </p:txBody>
      </p:sp>
      <p:sp>
        <p:nvSpPr>
          <p:cNvPr id="16" name="Text Placeholder 2"/>
          <p:cNvSpPr txBox="1"/>
          <p:nvPr/>
        </p:nvSpPr>
        <p:spPr>
          <a:xfrm>
            <a:off x="8438336" y="4923513"/>
            <a:ext cx="1664368" cy="1622425"/>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endParaRPr lang="en-US" dirty="0"/>
          </a:p>
        </p:txBody>
      </p:sp>
      <p:sp>
        <p:nvSpPr>
          <p:cNvPr id="17" name="Rectangle 16"/>
          <p:cNvSpPr/>
          <p:nvPr/>
        </p:nvSpPr>
        <p:spPr>
          <a:xfrm>
            <a:off x="10394950" y="5303520"/>
            <a:ext cx="1655445" cy="110426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Iman </a:t>
            </a:r>
            <a:r>
              <a:rPr lang="en-US" sz="2400" dirty="0" err="1">
                <a:ln w="0"/>
                <a:solidFill>
                  <a:schemeClr val="tx1"/>
                </a:solidFill>
                <a:effectLst>
                  <a:outerShdw blurRad="38100" dist="19050" dir="2700000" algn="tl" rotWithShape="0">
                    <a:schemeClr val="dk1">
                      <a:alpha val="40000"/>
                    </a:schemeClr>
                  </a:outerShdw>
                </a:effectLst>
              </a:rPr>
              <a:t>kepada</a:t>
            </a:r>
            <a:r>
              <a:rPr lang="en-US" sz="2400" dirty="0">
                <a:ln w="0"/>
                <a:solidFill>
                  <a:schemeClr val="tx1"/>
                </a:solidFill>
                <a:effectLst>
                  <a:outerShdw blurRad="38100" dist="19050" dir="2700000" algn="tl" rotWithShape="0">
                    <a:schemeClr val="dk1">
                      <a:alpha val="40000"/>
                    </a:schemeClr>
                  </a:outerShdw>
                </a:effectLst>
              </a:rPr>
              <a:t> </a:t>
            </a:r>
            <a:r>
              <a:rPr lang="en-US" sz="2400" dirty="0" err="1">
                <a:ln w="0"/>
                <a:solidFill>
                  <a:schemeClr val="tx1"/>
                </a:solidFill>
                <a:effectLst>
                  <a:outerShdw blurRad="38100" dist="19050" dir="2700000" algn="tl" rotWithShape="0">
                    <a:schemeClr val="dk1">
                      <a:alpha val="40000"/>
                    </a:schemeClr>
                  </a:outerShdw>
                </a:effectLst>
              </a:rPr>
              <a:t>qodho</a:t>
            </a:r>
            <a:r>
              <a:rPr lang="en-US" sz="2400" dirty="0">
                <a:ln w="0"/>
                <a:solidFill>
                  <a:schemeClr val="tx1"/>
                </a:solidFill>
                <a:effectLst>
                  <a:outerShdw blurRad="38100" dist="19050" dir="2700000" algn="tl" rotWithShape="0">
                    <a:schemeClr val="dk1">
                      <a:alpha val="40000"/>
                    </a:schemeClr>
                  </a:outerShdw>
                </a:effectLst>
              </a:rPr>
              <a:t>’ &amp; </a:t>
            </a:r>
            <a:r>
              <a:rPr lang="en-US" sz="2400" dirty="0" err="1">
                <a:ln w="0"/>
                <a:solidFill>
                  <a:schemeClr val="tx1"/>
                </a:solidFill>
                <a:effectLst>
                  <a:outerShdw blurRad="38100" dist="19050" dir="2700000" algn="tl" rotWithShape="0">
                    <a:schemeClr val="dk1">
                      <a:alpha val="40000"/>
                    </a:schemeClr>
                  </a:outerShdw>
                </a:effectLst>
              </a:rPr>
              <a:t>Qodar</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p:txBody>
          <a:bodyPr/>
          <a:p>
            <a:endParaRPr lang="en-US"/>
          </a:p>
        </p:txBody>
      </p:sp>
      <p:pic>
        <p:nvPicPr>
          <p:cNvPr id="5" name="Picture 4"/>
          <p:cNvPicPr>
            <a:picLocks noChangeAspect="1"/>
          </p:cNvPicPr>
          <p:nvPr/>
        </p:nvPicPr>
        <p:blipFill>
          <a:blip r:embed="rId1"/>
          <a:stretch>
            <a:fillRect/>
          </a:stretch>
        </p:blipFill>
        <p:spPr>
          <a:xfrm>
            <a:off x="927735" y="837565"/>
            <a:ext cx="10069195" cy="1976120"/>
          </a:xfrm>
          <a:prstGeom prst="rect">
            <a:avLst/>
          </a:prstGeom>
        </p:spPr>
      </p:pic>
      <p:pic>
        <p:nvPicPr>
          <p:cNvPr id="7" name="Picture 6"/>
          <p:cNvPicPr>
            <a:picLocks noChangeAspect="1"/>
          </p:cNvPicPr>
          <p:nvPr/>
        </p:nvPicPr>
        <p:blipFill>
          <a:blip r:embed="rId2"/>
          <a:stretch>
            <a:fillRect/>
          </a:stretch>
        </p:blipFill>
        <p:spPr>
          <a:xfrm>
            <a:off x="996950" y="2813685"/>
            <a:ext cx="10022205" cy="2790190"/>
          </a:xfrm>
          <a:prstGeom prst="rect">
            <a:avLst/>
          </a:prstGeom>
        </p:spPr>
      </p:pic>
      <p:pic>
        <p:nvPicPr>
          <p:cNvPr id="9" name="Picture 8"/>
          <p:cNvPicPr>
            <a:picLocks noChangeAspect="1"/>
          </p:cNvPicPr>
          <p:nvPr/>
        </p:nvPicPr>
        <p:blipFill>
          <a:blip r:embed="rId3"/>
          <a:stretch>
            <a:fillRect/>
          </a:stretch>
        </p:blipFill>
        <p:spPr>
          <a:xfrm>
            <a:off x="927735" y="744855"/>
            <a:ext cx="3549650" cy="3714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39116" y="856648"/>
            <a:ext cx="7012967" cy="952901"/>
          </a:xfrm>
        </p:spPr>
        <p:txBody>
          <a:bodyPr/>
          <a:lstStyle/>
          <a:p>
            <a:pPr marL="1143000" lvl="2" indent="-228600" algn="l">
              <a:buClr>
                <a:srgbClr val="231F20"/>
              </a:buClr>
              <a:buFont typeface="Palatino Linotype" panose="02040502050505030304" pitchFamily="18" charset="0"/>
              <a:buAutoNum type="alphaUcPeriod"/>
            </a:pPr>
            <a:r>
              <a:rPr lang="en-US" sz="2800" b="1" dirty="0" err="1">
                <a:solidFill>
                  <a:srgbClr val="231F20"/>
                </a:solidFill>
                <a:effectLst/>
                <a:latin typeface="Palatino Linotype" panose="02040502050505030304" pitchFamily="18" charset="0"/>
              </a:rPr>
              <a:t>Pengertian</a:t>
            </a:r>
            <a:r>
              <a:rPr lang="en-US" sz="2800" b="1" spc="-25" dirty="0">
                <a:solidFill>
                  <a:srgbClr val="231F20"/>
                </a:solidFill>
                <a:effectLst/>
                <a:latin typeface="Palatino Linotype" panose="02040502050505030304" pitchFamily="18" charset="0"/>
              </a:rPr>
              <a:t> </a:t>
            </a:r>
            <a:r>
              <a:rPr lang="en-US" sz="2800" b="1" dirty="0">
                <a:solidFill>
                  <a:srgbClr val="231F20"/>
                </a:solidFill>
                <a:effectLst/>
                <a:latin typeface="Palatino Linotype" panose="02040502050505030304" pitchFamily="18" charset="0"/>
              </a:rPr>
              <a:t>Iman</a:t>
            </a:r>
            <a:r>
              <a:rPr lang="en-US" sz="2800" b="1" spc="-15" dirty="0">
                <a:solidFill>
                  <a:srgbClr val="231F20"/>
                </a:solidFill>
                <a:effectLst/>
                <a:latin typeface="Palatino Linotype" panose="02040502050505030304" pitchFamily="18" charset="0"/>
              </a:rPr>
              <a:t> </a:t>
            </a:r>
            <a:r>
              <a:rPr lang="en-US" sz="2800" b="1" dirty="0" err="1">
                <a:solidFill>
                  <a:srgbClr val="231F20"/>
                </a:solidFill>
                <a:effectLst/>
                <a:latin typeface="Palatino Linotype" panose="02040502050505030304" pitchFamily="18" charset="0"/>
              </a:rPr>
              <a:t>Sesuai</a:t>
            </a:r>
            <a:r>
              <a:rPr lang="en-US" sz="2800" b="1" spc="-15" dirty="0">
                <a:solidFill>
                  <a:srgbClr val="231F20"/>
                </a:solidFill>
                <a:effectLst/>
                <a:latin typeface="Palatino Linotype" panose="02040502050505030304" pitchFamily="18" charset="0"/>
              </a:rPr>
              <a:t> </a:t>
            </a:r>
            <a:r>
              <a:rPr lang="en-US" sz="2800" b="1" dirty="0">
                <a:solidFill>
                  <a:srgbClr val="231F20"/>
                </a:solidFill>
                <a:effectLst/>
                <a:latin typeface="Palatino Linotype" panose="02040502050505030304" pitchFamily="18" charset="0"/>
              </a:rPr>
              <a:t>al-Qur’an</a:t>
            </a:r>
            <a:r>
              <a:rPr lang="en-US" sz="2800" b="1" spc="-20" dirty="0">
                <a:solidFill>
                  <a:srgbClr val="231F20"/>
                </a:solidFill>
                <a:effectLst/>
                <a:latin typeface="Palatino Linotype" panose="02040502050505030304" pitchFamily="18" charset="0"/>
              </a:rPr>
              <a:t> </a:t>
            </a:r>
            <a:r>
              <a:rPr lang="en-US" sz="2800" b="1" dirty="0">
                <a:solidFill>
                  <a:srgbClr val="231F20"/>
                </a:solidFill>
                <a:effectLst/>
                <a:latin typeface="Palatino Linotype" panose="02040502050505030304" pitchFamily="18" charset="0"/>
              </a:rPr>
              <a:t>dan</a:t>
            </a:r>
            <a:r>
              <a:rPr lang="en-US" sz="2800" b="1" spc="-15" dirty="0">
                <a:solidFill>
                  <a:srgbClr val="231F20"/>
                </a:solidFill>
                <a:effectLst/>
                <a:latin typeface="Palatino Linotype" panose="02040502050505030304" pitchFamily="18" charset="0"/>
              </a:rPr>
              <a:t> </a:t>
            </a:r>
            <a:r>
              <a:rPr lang="en-US" sz="2800" b="1" dirty="0" err="1">
                <a:solidFill>
                  <a:srgbClr val="231F20"/>
                </a:solidFill>
                <a:effectLst/>
                <a:latin typeface="Palatino Linotype" panose="02040502050505030304" pitchFamily="18" charset="0"/>
              </a:rPr>
              <a:t>Hadits</a:t>
            </a:r>
            <a:endParaRPr lang="en-US" sz="2800" b="1" dirty="0">
              <a:effectLst/>
              <a:latin typeface="Palatino Linotype" panose="02040502050505030304" pitchFamily="18" charset="0"/>
            </a:endParaRPr>
          </a:p>
        </p:txBody>
      </p:sp>
      <p:sp>
        <p:nvSpPr>
          <p:cNvPr id="7" name="Slide Number Placeholder 6"/>
          <p:cNvSpPr>
            <a:spLocks noGrp="1"/>
          </p:cNvSpPr>
          <p:nvPr>
            <p:ph type="sldNum" sz="quarter" idx="12"/>
          </p:nvPr>
        </p:nvSpPr>
        <p:spPr>
          <a:xfrm>
            <a:off x="3962400" y="6400904"/>
            <a:ext cx="365760" cy="246888"/>
          </a:xfrm>
        </p:spPr>
        <p:txBody>
          <a:bodyPr/>
          <a:lstStyle/>
          <a:p>
            <a:fld id="{8D0AFDD5-844D-364D-8AEC-50CF4D36D55D}" type="slidenum">
              <a:rPr lang="en-US" smtClean="0"/>
            </a:fld>
            <a:endParaRPr lang="en-US" dirty="0"/>
          </a:p>
        </p:txBody>
      </p:sp>
      <p:pic>
        <p:nvPicPr>
          <p:cNvPr id="6" name="Picture Placeholder 5" descr="Clothes of various colors on rack"/>
          <p:cNvPicPr>
            <a:picLocks noGrp="1" noChangeAspect="1"/>
          </p:cNvPicPr>
          <p:nvPr>
            <p:ph type="pic" sz="quarter" idx="13"/>
          </p:nvPr>
        </p:nvPicPr>
        <p:blipFill rotWithShape="1">
          <a:blip r:embed="rId1"/>
          <a:srcRect t="182" b="182"/>
          <a:stretch>
            <a:fillRect/>
          </a:stretch>
        </p:blipFill>
        <p:spPr>
          <a:xfrm>
            <a:off x="8296656" y="0"/>
            <a:ext cx="3895344" cy="3609474"/>
          </a:xfrm>
        </p:spPr>
      </p:pic>
      <p:pic>
        <p:nvPicPr>
          <p:cNvPr id="15" name="Picture 14"/>
          <p:cNvPicPr>
            <a:picLocks noChangeAspect="1"/>
          </p:cNvPicPr>
          <p:nvPr/>
        </p:nvPicPr>
        <p:blipFill>
          <a:blip r:embed="rId2"/>
          <a:stretch>
            <a:fillRect/>
          </a:stretch>
        </p:blipFill>
        <p:spPr>
          <a:xfrm>
            <a:off x="8296656" y="0"/>
            <a:ext cx="3895343" cy="3609474"/>
          </a:xfrm>
          <a:prstGeom prst="rect">
            <a:avLst/>
          </a:prstGeom>
        </p:spPr>
      </p:pic>
      <p:sp>
        <p:nvSpPr>
          <p:cNvPr id="16" name="Rectangle 15"/>
          <p:cNvSpPr/>
          <p:nvPr/>
        </p:nvSpPr>
        <p:spPr>
          <a:xfrm>
            <a:off x="8373979" y="3869356"/>
            <a:ext cx="3599848" cy="2223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latin typeface="Bahnschrift Condensed" panose="020B0502040204020203" pitchFamily="34" charset="0"/>
              </a:rPr>
              <a:t>AAMIIN </a:t>
            </a:r>
            <a:endParaRPr lang="en-US" sz="3200" dirty="0">
              <a:ln w="0"/>
              <a:solidFill>
                <a:schemeClr val="tx1"/>
              </a:solidFill>
              <a:effectLst>
                <a:outerShdw blurRad="38100" dist="19050" dir="2700000" algn="tl" rotWithShape="0">
                  <a:schemeClr val="dk1">
                    <a:alpha val="40000"/>
                  </a:schemeClr>
                </a:outerShdw>
              </a:effectLst>
              <a:latin typeface="Bahnschrift Condensed" panose="020B0502040204020203" pitchFamily="34" charset="0"/>
            </a:endParaRPr>
          </a:p>
          <a:p>
            <a:pPr algn="ctr"/>
            <a:r>
              <a:rPr lang="en-US" sz="3200" dirty="0">
                <a:ln w="0"/>
                <a:solidFill>
                  <a:schemeClr val="tx1"/>
                </a:solidFill>
                <a:effectLst>
                  <a:outerShdw blurRad="38100" dist="19050" dir="2700000" algn="tl" rotWithShape="0">
                    <a:schemeClr val="dk1">
                      <a:alpha val="40000"/>
                    </a:schemeClr>
                  </a:outerShdw>
                </a:effectLst>
                <a:latin typeface="Bahnschrift Condensed" panose="020B0502040204020203" pitchFamily="34" charset="0"/>
              </a:rPr>
              <a:t>YA ROBBAL ALAMIN</a:t>
            </a:r>
            <a:endParaRPr lang="en-US" sz="3200" dirty="0">
              <a:latin typeface="Bahnschrift Condensed" panose="020B0502040204020203" pitchFamily="34" charset="0"/>
            </a:endParaRPr>
          </a:p>
        </p:txBody>
      </p:sp>
      <p:pic>
        <p:nvPicPr>
          <p:cNvPr id="4" name="Picture 3"/>
          <p:cNvPicPr>
            <a:picLocks noChangeAspect="1"/>
          </p:cNvPicPr>
          <p:nvPr/>
        </p:nvPicPr>
        <p:blipFill>
          <a:blip r:embed="rId3"/>
          <a:stretch>
            <a:fillRect/>
          </a:stretch>
        </p:blipFill>
        <p:spPr>
          <a:xfrm>
            <a:off x="660400" y="1861820"/>
            <a:ext cx="6795135" cy="1567180"/>
          </a:xfrm>
          <a:prstGeom prst="rect">
            <a:avLst/>
          </a:prstGeom>
        </p:spPr>
      </p:pic>
      <p:sp>
        <p:nvSpPr>
          <p:cNvPr id="8" name="Rectangles 7"/>
          <p:cNvSpPr/>
          <p:nvPr/>
        </p:nvSpPr>
        <p:spPr>
          <a:xfrm>
            <a:off x="660400" y="3429000"/>
            <a:ext cx="6795135" cy="2313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2400">
                <a:solidFill>
                  <a:schemeClr val="tx1"/>
                </a:solidFill>
              </a:rPr>
              <a:t>Berkata Rosuluallah SAW: Iman itu adalah membenarkan dalam hati, mengikrarkan dengan lisan dan menjalankan dengan perbuatan(HR Ibnu Majah dan Tabrani)</a:t>
            </a:r>
            <a:endParaRPr lang="en-US" sz="240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Subtitle 8"/>
          <p:cNvSpPr>
            <a:spLocks noGrp="1"/>
          </p:cNvSpPr>
          <p:nvPr>
            <p:ph type="subTitle" idx="1"/>
          </p:nvPr>
        </p:nvSpPr>
        <p:spPr>
          <a:xfrm>
            <a:off x="956310" y="2969260"/>
            <a:ext cx="9899015" cy="2660015"/>
          </a:xfrm>
        </p:spPr>
        <p:txBody>
          <a:bodyPr/>
          <a:p>
            <a:r>
              <a:rPr lang="en-US" sz="2400"/>
              <a:t>Artinya: Sesungguhnya orang-orang mukmin yang sebenarnya adalah mereka yang beriman kepada Allah dan Rasul-Nya kemudian mereka tidak ragu-ragu dan mereka berjihad dengan harta dan jiwanya di jalan Allah. Mereka itulah orang-orang yang benar.</a:t>
            </a:r>
            <a:endParaRPr lang="en-US" sz="2400"/>
          </a:p>
        </p:txBody>
      </p:sp>
      <p:pic>
        <p:nvPicPr>
          <p:cNvPr id="3" name="Picture 2"/>
          <p:cNvPicPr>
            <a:picLocks noChangeAspect="1"/>
          </p:cNvPicPr>
          <p:nvPr/>
        </p:nvPicPr>
        <p:blipFill>
          <a:blip r:embed="rId1"/>
          <a:stretch>
            <a:fillRect/>
          </a:stretch>
        </p:blipFill>
        <p:spPr>
          <a:xfrm>
            <a:off x="941070" y="1336040"/>
            <a:ext cx="9992360" cy="1663700"/>
          </a:xfrm>
          <a:prstGeom prst="rect">
            <a:avLst/>
          </a:prstGeom>
        </p:spPr>
      </p:pic>
      <p:pic>
        <p:nvPicPr>
          <p:cNvPr id="13" name="Picture 12"/>
          <p:cNvPicPr>
            <a:picLocks noChangeAspect="1"/>
          </p:cNvPicPr>
          <p:nvPr/>
        </p:nvPicPr>
        <p:blipFill>
          <a:blip r:embed="rId2"/>
          <a:stretch>
            <a:fillRect/>
          </a:stretch>
        </p:blipFill>
        <p:spPr>
          <a:xfrm>
            <a:off x="941070" y="850265"/>
            <a:ext cx="2664460" cy="4857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70280" y="873760"/>
            <a:ext cx="10060940" cy="1722755"/>
          </a:xfrm>
        </p:spPr>
        <p:txBody>
          <a:bodyPr/>
          <a:p>
            <a:r>
              <a:rPr lang="en-US" sz="2400"/>
              <a:t>Menurut </a:t>
            </a:r>
            <a:r>
              <a:rPr lang="en-US" sz="2400" b="1"/>
              <a:t>bahasa, iman berarti pembenaran hati</a:t>
            </a:r>
            <a:r>
              <a:rPr lang="en-US" sz="2400"/>
              <a:t>.</a:t>
            </a:r>
            <a:br>
              <a:rPr lang="en-US" sz="2400"/>
            </a:br>
            <a:r>
              <a:rPr lang="en-US" sz="2400"/>
              <a:t>Sedangkan, </a:t>
            </a:r>
            <a:r>
              <a:rPr lang="en-US" sz="2400" b="1"/>
              <a:t>menurut istilah,Membenarkan dengan hati, </a:t>
            </a:r>
            <a:r>
              <a:rPr lang="en-US" sz="2400"/>
              <a:t>mengikrarkan dengan lisan, dan mengamalkan dengan anggota badan</a:t>
            </a:r>
            <a:br>
              <a:rPr lang="en-US" sz="2400"/>
            </a:br>
            <a:endParaRPr lang="en-US" sz="2400"/>
          </a:p>
        </p:txBody>
      </p:sp>
      <p:sp>
        <p:nvSpPr>
          <p:cNvPr id="3" name="Subtitle 2"/>
          <p:cNvSpPr>
            <a:spLocks noGrp="1"/>
          </p:cNvSpPr>
          <p:nvPr>
            <p:ph type="subTitle" idx="1"/>
          </p:nvPr>
        </p:nvSpPr>
        <p:spPr>
          <a:xfrm>
            <a:off x="871220" y="2209800"/>
            <a:ext cx="10107930" cy="3629025"/>
          </a:xfrm>
        </p:spPr>
        <p:txBody>
          <a:bodyPr/>
          <a:p>
            <a:r>
              <a:rPr lang="en-US" sz="2400"/>
              <a:t>Istilah lain dari iman adalah akidah.</a:t>
            </a:r>
            <a:endParaRPr lang="en-US" sz="2400"/>
          </a:p>
          <a:p>
            <a:r>
              <a:rPr lang="en-US" sz="2400"/>
              <a:t>Secara etimologis (bahasa), ‘aqidah berakar dari kata ‘aqada-ya’qidu-’aqdan, berarti simpul, ikatan, perjanjian, dan kokoh. Setelah terbentuk menjadi aqidah, berarti keyakinan” (Al-Munawir, 1984: 1023). Relevansi arti kata ‘aqdan dan ‘aqidah adalah keyakinan itu “tersimpul dengan kokoh di dalam hati, bersifat mengikat dan mengandung perjanjian”.</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45515" y="602615"/>
            <a:ext cx="10087610" cy="3780155"/>
          </a:xfrm>
        </p:spPr>
        <p:txBody>
          <a:bodyPr/>
          <a:p>
            <a:r>
              <a:rPr lang="en-US" sz="2400"/>
              <a:t>Secara terminologi (istilah), terdapat beberapa definisi ‘aqidah, antara lain sebagai berikut:</a:t>
            </a:r>
            <a:br>
              <a:rPr lang="en-US" sz="2400"/>
            </a:br>
            <a:r>
              <a:rPr lang="en-US" sz="2400"/>
              <a:t>    </a:t>
            </a:r>
            <a:r>
              <a:rPr lang="en-US" sz="2400" b="1"/>
              <a:t>1.</a:t>
            </a:r>
            <a:r>
              <a:rPr lang="en-US" sz="2400"/>
              <a:t>Hasan al-Banna mendefinisikan ‘aqidah adalah beberapa perkara yang wajib diyakini kebenarannya oleh hati, mendatangkan ketenteraman jiwa, menjadi keyakinan yang tidak bercampur sedikit pun dengan keragu-raguan.</a:t>
            </a:r>
            <a:br>
              <a:rPr lang="en-US" sz="2400"/>
            </a:br>
            <a:r>
              <a:rPr lang="en-US" sz="2400"/>
              <a:t>     2.Menurut Abu Bakar Jabiral-Jazairi, ‘aqidah adalah sejumlah kebenaran yang dapat diterima secara umum oleh manusia berdasarkan akal, wahyu, dan fitrah. Diyakini dalam hati, diimplementasikan dalam perbuatan.</a:t>
            </a:r>
            <a:endParaRPr lang="en-US" sz="2400"/>
          </a:p>
        </p:txBody>
      </p:sp>
      <p:sp>
        <p:nvSpPr>
          <p:cNvPr id="3" name="Subtitle 2"/>
          <p:cNvSpPr>
            <a:spLocks noGrp="1"/>
          </p:cNvSpPr>
          <p:nvPr>
            <p:ph type="subTitle" idx="1"/>
          </p:nvPr>
        </p:nvSpPr>
        <p:spPr>
          <a:xfrm>
            <a:off x="946150" y="4407535"/>
            <a:ext cx="10138410" cy="1330325"/>
          </a:xfrm>
        </p:spPr>
        <p:txBody>
          <a:bodyPr/>
          <a:p>
            <a:r>
              <a:rPr lang="en-US" sz="2400"/>
              <a:t>   3.‘Aqidah menurut Abdul Wahab: menghambakan diri hanya kepada Allah (murni dan konsekuen), bertakwa (rendah diri).</a:t>
            </a:r>
            <a:endParaRPr 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80440" y="818515"/>
            <a:ext cx="10029190" cy="3412490"/>
          </a:xfrm>
        </p:spPr>
        <p:txBody>
          <a:bodyPr/>
          <a:p>
            <a:r>
              <a:rPr lang="en-US" sz="2400"/>
              <a:t>Dari ketiga pendapat tentang ‘aqidah tersebut di atas, dapat disim- pulkan bahwa: </a:t>
            </a:r>
            <a:br>
              <a:rPr lang="en-US" sz="2400"/>
            </a:br>
            <a:r>
              <a:rPr lang="en-US" sz="2400"/>
              <a:t>    (1) setiap manusia memiliki fitrah tentang adanya Tuhan yang didukung oleh hidayah Allah berupa indra, akal, agama, wahyu, dan taufiqiyyah (sintesis antara kehendak Allah dengan kehendak manusia). Oleh karena itu, manusia yang ingin mengenal Tuhan secara baik harus mampu memfungsikan hidayah-hidayah tersebut; </a:t>
            </a:r>
            <a:br>
              <a:rPr lang="en-US" sz="2400"/>
            </a:br>
            <a:r>
              <a:rPr lang="en-US" sz="2400"/>
              <a:t>    (2) keyakinan sebagai sumber utama akidah itu tidak boleh bercampur dengan keraguan; </a:t>
            </a:r>
            <a:endParaRPr lang="en-US" sz="2400"/>
          </a:p>
        </p:txBody>
      </p:sp>
      <p:sp>
        <p:nvSpPr>
          <p:cNvPr id="3" name="Subtitle 2"/>
          <p:cNvSpPr>
            <a:spLocks noGrp="1"/>
          </p:cNvSpPr>
          <p:nvPr>
            <p:ph type="subTitle" idx="1"/>
          </p:nvPr>
        </p:nvSpPr>
        <p:spPr>
          <a:xfrm>
            <a:off x="982980" y="4257040"/>
            <a:ext cx="10026015" cy="1493520"/>
          </a:xfrm>
        </p:spPr>
        <p:txBody>
          <a:bodyPr/>
          <a:p>
            <a:r>
              <a:rPr lang="en-US" sz="2400"/>
              <a:t>  (3)akidah yang kuat akan melahirkan ketenteraman jiwa;     (4) tingkat akidah seseorang tergantung pada tingkat pemahamannya terhadap ayat-ayat qauliyyah dan kauniyyah;</a:t>
            </a:r>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04875" y="780415"/>
            <a:ext cx="10177145" cy="2014220"/>
          </a:xfrm>
        </p:spPr>
        <p:txBody>
          <a:bodyPr/>
          <a:p>
            <a:r>
              <a:rPr lang="en-US" sz="2400"/>
              <a:t>     (5) akidah biasanya lazim disebut dengan istilah iman atau tauhid, yang intinya adalah yakin bahwa Allah satu dan diimplementasikan dengan aktivitas yang nyata, (ibadah kepada Allah) sehingga semua aktivitas dalam kehidupan sehari-hari merasa “termonitor” oleh Allah (ihsan).82</a:t>
            </a:r>
            <a:endParaRPr lang="en-US" sz="2400"/>
          </a:p>
        </p:txBody>
      </p:sp>
      <p:sp>
        <p:nvSpPr>
          <p:cNvPr id="6" name="Subtitle 5"/>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925830" y="2821940"/>
            <a:ext cx="10155555" cy="1861185"/>
          </a:xfrm>
          <a:prstGeom prst="rect">
            <a:avLst/>
          </a:prstGeom>
        </p:spPr>
      </p:pic>
      <p:pic>
        <p:nvPicPr>
          <p:cNvPr id="7" name="Picture 6"/>
          <p:cNvPicPr>
            <a:picLocks noChangeAspect="1"/>
          </p:cNvPicPr>
          <p:nvPr/>
        </p:nvPicPr>
        <p:blipFill>
          <a:blip r:embed="rId2"/>
          <a:stretch>
            <a:fillRect/>
          </a:stretch>
        </p:blipFill>
        <p:spPr>
          <a:xfrm>
            <a:off x="894080" y="4710430"/>
            <a:ext cx="10180320" cy="1828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p:txBody>
          <a:bodyPr/>
          <a:p>
            <a:endParaRPr lang="en-US"/>
          </a:p>
        </p:txBody>
      </p:sp>
      <p:pic>
        <p:nvPicPr>
          <p:cNvPr id="5" name="Picture 4"/>
          <p:cNvPicPr>
            <a:picLocks noChangeAspect="1"/>
          </p:cNvPicPr>
          <p:nvPr/>
        </p:nvPicPr>
        <p:blipFill>
          <a:blip r:embed="rId1"/>
          <a:stretch>
            <a:fillRect/>
          </a:stretch>
        </p:blipFill>
        <p:spPr>
          <a:xfrm>
            <a:off x="775335" y="762635"/>
            <a:ext cx="10210165" cy="2780665"/>
          </a:xfrm>
          <a:prstGeom prst="rect">
            <a:avLst/>
          </a:prstGeom>
        </p:spPr>
      </p:pic>
      <p:pic>
        <p:nvPicPr>
          <p:cNvPr id="7" name="Picture 6"/>
          <p:cNvPicPr>
            <a:picLocks noChangeAspect="1"/>
          </p:cNvPicPr>
          <p:nvPr/>
        </p:nvPicPr>
        <p:blipFill>
          <a:blip r:embed="rId2"/>
          <a:stretch>
            <a:fillRect/>
          </a:stretch>
        </p:blipFill>
        <p:spPr>
          <a:xfrm>
            <a:off x="764540" y="3542665"/>
            <a:ext cx="10220960" cy="218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55040" y="767715"/>
            <a:ext cx="10131425" cy="1761490"/>
          </a:xfrm>
        </p:spPr>
        <p:txBody>
          <a:bodyPr/>
          <a:p>
            <a:r>
              <a:rPr lang="en-US" sz="2400"/>
              <a:t>Sementara itu, ibadah kepada Allah Swt. maksudnya merupakan sebaik-baiknya cara mengenal Allah Swt., yang bisa dilakukan salah satunya melalui berpikir dan memperhatikan penciptaan manusia dan alam semesta. Merenungi fenomena kehidupan dan kematian membuat manusia menyadari hakikat ini</a:t>
            </a:r>
            <a:endParaRPr lang="en-US" sz="2400"/>
          </a:p>
        </p:txBody>
      </p:sp>
      <p:sp>
        <p:nvSpPr>
          <p:cNvPr id="3" name="Subtitle 2"/>
          <p:cNvSpPr>
            <a:spLocks noGrp="1"/>
          </p:cNvSpPr>
          <p:nvPr>
            <p:ph type="subTitle" idx="1"/>
          </p:nvPr>
        </p:nvSpPr>
        <p:spPr>
          <a:xfrm>
            <a:off x="955675" y="2518410"/>
            <a:ext cx="10131425" cy="4339590"/>
          </a:xfrm>
        </p:spPr>
        <p:txBody>
          <a:bodyPr/>
          <a:p>
            <a:r>
              <a:rPr lang="en-US"/>
              <a:t>Misalnya, jika kehidupan ini datang dari diriku sendiri, tentu aku akan hidup selamanya. Padahal, sebelum ini, aku tiada, lalu ada, kemudian kehidupan ini akan terenggut dariku.Berangkat dari perenungan tersebut, bahwa sebelum ini kita sama seperti benda yang lain, benda-benda mati yang lain, kita menjadi sadar bahwa kita adalah makhluk tidak bernyawa. Lalu, Allah menganugerahi kita kehidupan, memberi jiwa dan ruh kepada kita, bahkan kita pun diberi kemampuan memahami dan berpikir tentang segala sesuatu. Oleh karena itu, nikmat kehidupan ini merupakan nikmat yang besar yang diberikan Allah Swt. kepada seluruh umat manusia.</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17575" y="843915"/>
            <a:ext cx="10142855" cy="706755"/>
          </a:xfrm>
        </p:spPr>
        <p:txBody>
          <a:bodyPr/>
          <a:p>
            <a:r>
              <a:rPr lang="en-US" sz="3200" b="1"/>
              <a:t>B.Transformasi Rukun Iman</a:t>
            </a:r>
            <a:endParaRPr lang="en-US" sz="3200" b="1"/>
          </a:p>
        </p:txBody>
      </p:sp>
      <p:sp>
        <p:nvSpPr>
          <p:cNvPr id="3" name="Subtitle 2"/>
          <p:cNvSpPr>
            <a:spLocks noGrp="1"/>
          </p:cNvSpPr>
          <p:nvPr>
            <p:ph type="subTitle" idx="1"/>
          </p:nvPr>
        </p:nvSpPr>
        <p:spPr>
          <a:xfrm>
            <a:off x="917575" y="1526540"/>
            <a:ext cx="10154285" cy="4172585"/>
          </a:xfrm>
        </p:spPr>
        <p:txBody>
          <a:bodyPr/>
          <a:p>
            <a:r>
              <a:rPr lang="en-US" sz="2800"/>
              <a:t>Orang mukmin sejati bukan hanya sebatas percaya pada hal-hal yang disebutkan dalam rukun iman di atas. Lebih dari itu, mukmin sejati yang imannya mencapai tingkat sempurna adalah orang yang selalu memiliki sifat atau perilaku terpuji yang diperintahkan oleh Allah Swt. dan Rasulullah Saw. Salah satunya adalah berlaku adil.</a:t>
            </a:r>
            <a:endParaRPr lang="en-US"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53440" y="741680"/>
            <a:ext cx="10232390" cy="3208655"/>
          </a:xfrm>
        </p:spPr>
        <p:txBody>
          <a:bodyPr/>
          <a:p>
            <a:r>
              <a:rPr lang="en-US" sz="2400"/>
              <a:t>     “Wahai orang-orang yang beriman, jadilah kamu orang yang benar-benar penegak keadilan, menjadi saksi karena Allah biar pun terhadap dirimu sendiri atau ibu bapak dan kaum kerabatmu. Jika ia (orang yang tergugat atau yang terdakwa) kaya ataupun miskin, maka Allah lebih tahu kemasla- hatannya. Maka janganlah kamu mengikuti hawa nafsu karena ingin menyimpang dari kebenaran. Dan jika kamu memutarbalikkan (kata-kata) atau enggan menjadi saksi, maka sesungguhnya Allah adalah Maha Menge- tahui segala apa yang kamu kerjakan.”(An Nisa’ 135)</a:t>
            </a:r>
            <a:endParaRPr lang="en-US" sz="2400"/>
          </a:p>
        </p:txBody>
      </p:sp>
      <p:sp>
        <p:nvSpPr>
          <p:cNvPr id="3" name="Subtitle 2"/>
          <p:cNvSpPr>
            <a:spLocks noGrp="1"/>
          </p:cNvSpPr>
          <p:nvPr>
            <p:ph type="subTitle" idx="1"/>
          </p:nvPr>
        </p:nvSpPr>
        <p:spPr>
          <a:xfrm>
            <a:off x="919480" y="4014470"/>
            <a:ext cx="10152380" cy="1647190"/>
          </a:xfrm>
        </p:spPr>
        <p:txBody>
          <a:bodyPr/>
          <a:p>
            <a:r>
              <a:rPr lang="en-US" sz="2400"/>
              <a:t>Ayat tersebut diturunkan berkaitan dengan adanya dua orang yang berselisih yang datang kepada Nabi Muhammad Saw.  Orang  yang  satu kaya dan orang yang lainnya miskin. Nabi Muhammad Saw. berpendapat ebenaran.”</a:t>
            </a:r>
            <a:endParaRPr 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41375" y="703580"/>
            <a:ext cx="10104755" cy="2218690"/>
          </a:xfrm>
        </p:spPr>
        <p:txBody>
          <a:bodyPr/>
          <a:p>
            <a:r>
              <a:rPr lang="en-US" sz="2400">
                <a:sym typeface="+mn-ea"/>
              </a:rPr>
              <a:t>       bahwa orang miskin tersebut tidak  bersalah  kepada  orang  kaya.  Allah Swt. ingin Nabi Muhammad Saw. menegakkan  keadilan,  baik  kepada orang kaya maupun orang yang miskin. Allah Swt. berfirman, “Jika ia kaya ataupun miskin maka Allah lebih tahu kemaslahatannya, maka janganlah kamu mengikuti hawa nafsu karena ingin menyimpang dari kebenaran.”</a:t>
            </a:r>
            <a:endParaRPr lang="en-US" sz="2400"/>
          </a:p>
        </p:txBody>
      </p:sp>
      <p:sp>
        <p:nvSpPr>
          <p:cNvPr id="6" name="Subtitle 5"/>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842645" y="3164205"/>
            <a:ext cx="10103485" cy="24453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66140" y="780415"/>
            <a:ext cx="10206990" cy="4681855"/>
          </a:xfrm>
        </p:spPr>
        <p:txBody>
          <a:bodyPr/>
          <a:p>
            <a:r>
              <a:rPr lang="en-US" sz="2400"/>
              <a:t>Diceritakan dari Abu Bakar bin Abi Syaibah, Zuhair bin Harb, dan Ibnu Numair, diceritakan dari Sufyan bin Uyainah, dari Amr (Ibnu Dinar), dari Amr bin Aus, dari Abdullah bin Amr bin al-Ash yang berkata, “Ibnu Numari dan Abu Bakar datang kepada Nabi Saw., yang menurut riwayat Zuhair, lalu berkata, ‘Rasulullah Saw. bersabda, ‘Sesungguhnya orang- orang yang berbuat adil menurut pandangan Allah, kelak akan ditem- patkan di atas mimbar-mimbar yang terbuat dari cahaya, di sisi kanan Allah Yang Maha Pengasih, dan kedua tangannya adalah kanan. Yaitu, orang-orang yang berbuat adil dalam keputusan hukumnya, juga terhadap keluarga dan masyarakat yang berada di bawah kuasanya.” (HR. Muslim).</a:t>
            </a:r>
            <a:endParaRPr lang="en-US" sz="2400"/>
          </a:p>
        </p:txBody>
      </p:sp>
      <p:sp>
        <p:nvSpPr>
          <p:cNvPr id="3" name="Subtitle 2"/>
          <p:cNvSpPr>
            <a:spLocks noGrp="1"/>
          </p:cNvSpPr>
          <p:nvPr>
            <p:ph type="subTitle" idx="1"/>
          </p:nvPr>
        </p:nvSpPr>
        <p:spPr>
          <a:xfrm>
            <a:off x="1463040" y="5728335"/>
            <a:ext cx="4873625" cy="428625"/>
          </a:xfrm>
        </p:spPr>
        <p:txBody>
          <a:bodyPr/>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89635" y="805180"/>
            <a:ext cx="10187305" cy="1951355"/>
          </a:xfrm>
        </p:spPr>
        <p:txBody>
          <a:bodyPr/>
          <a:p>
            <a:r>
              <a:rPr lang="en-US" sz="2400"/>
              <a:t>indikator  pembeda  antara  orang yang beriman dengan orang yang tidak beriman, yaitu dengan melihat amaliahnya dalam kehidupan sehari-hari. Sebagaimana diketahui, semua amal yang dikerjakan di dunia akan dipertanggungjawabkan kepada Allah Swt., tidak hanya kepada manusia. Sedangkan, Allah itu Maha Adil.</a:t>
            </a:r>
            <a:endParaRPr lang="en-US" sz="2400"/>
          </a:p>
        </p:txBody>
      </p:sp>
      <p:sp>
        <p:nvSpPr>
          <p:cNvPr id="3" name="Subtitle 2"/>
          <p:cNvSpPr>
            <a:spLocks noGrp="1"/>
          </p:cNvSpPr>
          <p:nvPr>
            <p:ph type="subTitle" idx="1"/>
          </p:nvPr>
        </p:nvSpPr>
        <p:spPr>
          <a:xfrm>
            <a:off x="964565" y="2755900"/>
            <a:ext cx="10089515" cy="2991485"/>
          </a:xfrm>
        </p:spPr>
        <p:txBody>
          <a:bodyPr/>
          <a:p>
            <a:r>
              <a:rPr lang="en-US"/>
              <a:t>Rasulullah Saw bersabda, sebagaimana diriwayatkan Qatadah, “Ya Tuhanku, hal apa yang paling sedikit Engkau letakkan di dunia ini?’ Allah berfirman, ‘Sifat adil adalah yang paling sedikit Aku ciptakan di dunia</a:t>
            </a:r>
            <a:endParaRPr lang="en-US"/>
          </a:p>
          <a:p>
            <a:r>
              <a:rPr lang="en-US"/>
              <a:t>Substansi dari sabda Nabi Muhammad Saw. tersebut dapat dijadikan media pembelajaran sekaligus ujian bagi semua manusia yang beriman: seberapa besar penerapan iman dalam kehidupan sehari-hari? Demikian juga, ini bisa dikembangkan sebagai strategi transformasi rukun iman</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93140" y="817245"/>
            <a:ext cx="10096500" cy="905510"/>
          </a:xfrm>
        </p:spPr>
        <p:txBody>
          <a:bodyPr/>
          <a:p>
            <a:r>
              <a:rPr lang="en-US" sz="2400"/>
              <a:t>dalam hidup dan kehidupan sehari-hari. Contoh sederhananya adalah berkata dengan sebenar-benarnya dalam persaksian.</a:t>
            </a:r>
            <a:endParaRPr lang="en-US" sz="2400"/>
          </a:p>
        </p:txBody>
      </p:sp>
      <p:sp>
        <p:nvSpPr>
          <p:cNvPr id="3" name="Subtitle 2"/>
          <p:cNvSpPr>
            <a:spLocks noGrp="1"/>
          </p:cNvSpPr>
          <p:nvPr>
            <p:ph type="subTitle" idx="1"/>
          </p:nvPr>
        </p:nvSpPr>
        <p:spPr>
          <a:xfrm>
            <a:off x="970280" y="1722755"/>
            <a:ext cx="10144125" cy="4039870"/>
          </a:xfrm>
        </p:spPr>
        <p:txBody>
          <a:bodyPr/>
          <a:p>
            <a:pPr algn="just"/>
            <a:r>
              <a:rPr lang="en-US" sz="2400"/>
              <a:t>Al-Razi, dalam tafsirnya, mengatakan bahwa janganlah orang mukmin hanya mencari kebenaran dunia saja, melainkan harus mencari kebenaran hakiki, yaitu kebenaran yang bisa dipertanggungjawabkan di akhirat kelak. Sebab, menurutnya, kebahagiaan yang sempurna bagi manusia adalah melakukan segala-galanya hanya karena Allah Swt. semata. Apabila tidak karena Allah Swt., manusia tidak ubahnya hewan yang melakukan apa pun tanpa orientasi dan tujuan. Allah Swt. telah menjanjikan balasan bagi orang-orang beriman yang selalu mendasarkan perbuatannya atas nama Allah Swt.</a:t>
            </a:r>
            <a:endParaRPr 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42340" y="856615"/>
            <a:ext cx="10067925" cy="1722755"/>
          </a:xfrm>
        </p:spPr>
        <p:txBody>
          <a:bodyPr/>
          <a:p>
            <a:endParaRPr lang="en-US" sz="2400"/>
          </a:p>
        </p:txBody>
      </p:sp>
      <p:sp>
        <p:nvSpPr>
          <p:cNvPr id="3" name="Subtitle 2"/>
          <p:cNvSpPr>
            <a:spLocks noGrp="1"/>
          </p:cNvSpPr>
          <p:nvPr>
            <p:ph type="subTitle" idx="1"/>
          </p:nvPr>
        </p:nvSpPr>
        <p:spPr/>
        <p:txBody>
          <a:bodyPr/>
          <a:p>
            <a:endParaRPr lang="en-US"/>
          </a:p>
        </p:txBody>
      </p:sp>
      <p:pic>
        <p:nvPicPr>
          <p:cNvPr id="5" name="Picture 4"/>
          <p:cNvPicPr>
            <a:picLocks noChangeAspect="1"/>
          </p:cNvPicPr>
          <p:nvPr/>
        </p:nvPicPr>
        <p:blipFill>
          <a:blip r:embed="rId1"/>
          <a:stretch>
            <a:fillRect/>
          </a:stretch>
        </p:blipFill>
        <p:spPr>
          <a:xfrm>
            <a:off x="916940" y="898525"/>
            <a:ext cx="10093325" cy="2505075"/>
          </a:xfrm>
          <a:prstGeom prst="rect">
            <a:avLst/>
          </a:prstGeom>
        </p:spPr>
      </p:pic>
      <p:pic>
        <p:nvPicPr>
          <p:cNvPr id="7" name="Picture 6"/>
          <p:cNvPicPr>
            <a:picLocks noChangeAspect="1"/>
          </p:cNvPicPr>
          <p:nvPr/>
        </p:nvPicPr>
        <p:blipFill>
          <a:blip r:embed="rId2"/>
          <a:stretch>
            <a:fillRect/>
          </a:stretch>
        </p:blipFill>
        <p:spPr>
          <a:xfrm>
            <a:off x="941705" y="3413125"/>
            <a:ext cx="10068560" cy="23996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089025" y="909320"/>
            <a:ext cx="9933940" cy="2484755"/>
          </a:xfrm>
        </p:spPr>
        <p:txBody>
          <a:bodyPr/>
          <a:p>
            <a:pPr algn="just"/>
            <a:r>
              <a:rPr lang="en-US" sz="2400"/>
              <a:t>    Abu Ja’far berpendapat bahwa yang dimaksud sebagai orang-orang mukmin dalam ayat ini adalah orang-orang yang beriman kepada Allah Swt. dan Rasulullah Saw., dan juga beriman kepada al-Qur’an yang diturunkan kepada Nabi Muhammad Saw. Dalam Tafsir ath-Thabari, disebutkan riwayat hadits Qudsi yang berisi firman Allah Swt. kepada Nabi Muhammad Saw. berikut:</a:t>
            </a:r>
            <a:endParaRPr lang="en-US" sz="2400"/>
          </a:p>
        </p:txBody>
      </p:sp>
      <p:sp>
        <p:nvSpPr>
          <p:cNvPr id="3" name="Subtitle 2"/>
          <p:cNvSpPr>
            <a:spLocks noGrp="1"/>
          </p:cNvSpPr>
          <p:nvPr>
            <p:ph type="subTitle" idx="1"/>
          </p:nvPr>
        </p:nvSpPr>
        <p:spPr>
          <a:xfrm>
            <a:off x="812800" y="3394075"/>
            <a:ext cx="10209530" cy="2330450"/>
          </a:xfrm>
        </p:spPr>
        <p:txBody>
          <a:bodyPr/>
          <a:p>
            <a:r>
              <a:rPr lang="en-US"/>
              <a:t>“Wahai Muhammad, demi kitab-kitab yang telah Aku turunkan kepada nabi dan rasul sebelum kamu, orang yang beriman tidak akan bertanya kepadamu seperti apa yang ditanyakan oleh orang-orang yang bodoh. Maka, Allah menurunkan kitab dari langit, karena mereka (orang mukmin) telah mengetahui apa yang mereka baca, yaitu kitab-kitab Allah yang diturunkan kepada para nabi dan rasul-Nya. Oleh karena itu, mereka harus taat dan patuh kepadamu (Muhammad).”</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15340" y="792480"/>
            <a:ext cx="10130790" cy="2497455"/>
          </a:xfrm>
        </p:spPr>
        <p:txBody>
          <a:bodyPr/>
          <a:p>
            <a:endParaRPr lang="en-US" sz="1800"/>
          </a:p>
        </p:txBody>
      </p:sp>
      <p:sp>
        <p:nvSpPr>
          <p:cNvPr id="3" name="Subtitle 2"/>
          <p:cNvSpPr>
            <a:spLocks noGrp="1"/>
          </p:cNvSpPr>
          <p:nvPr>
            <p:ph type="subTitle" idx="1"/>
          </p:nvPr>
        </p:nvSpPr>
        <p:spPr/>
        <p:txBody>
          <a:bodyPr/>
          <a:p>
            <a:endParaRPr lang="en-US"/>
          </a:p>
        </p:txBody>
      </p:sp>
      <p:pic>
        <p:nvPicPr>
          <p:cNvPr id="5" name="Picture 4"/>
          <p:cNvPicPr>
            <a:picLocks noChangeAspect="1"/>
          </p:cNvPicPr>
          <p:nvPr/>
        </p:nvPicPr>
        <p:blipFill>
          <a:blip r:embed="rId1"/>
          <a:stretch>
            <a:fillRect/>
          </a:stretch>
        </p:blipFill>
        <p:spPr>
          <a:xfrm>
            <a:off x="840740" y="802640"/>
            <a:ext cx="10041255" cy="482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463040" y="2240280"/>
            <a:ext cx="4873625" cy="654050"/>
          </a:xfrm>
        </p:spPr>
        <p:txBody>
          <a:bodyPr/>
          <a:p>
            <a:endParaRPr lang="en-US" sz="2400"/>
          </a:p>
        </p:txBody>
      </p:sp>
      <p:sp>
        <p:nvSpPr>
          <p:cNvPr id="3" name="Subtitle 2"/>
          <p:cNvSpPr>
            <a:spLocks noGrp="1"/>
          </p:cNvSpPr>
          <p:nvPr>
            <p:ph type="subTitle" idx="1"/>
          </p:nvPr>
        </p:nvSpPr>
        <p:spPr>
          <a:xfrm>
            <a:off x="1463040" y="3075305"/>
            <a:ext cx="6534150" cy="2623185"/>
          </a:xfrm>
        </p:spPr>
        <p:txBody>
          <a:bodyPr/>
          <a:p>
            <a:r>
              <a:rPr lang="en-US"/>
              <a:t>“PENGECUT”</a:t>
            </a:r>
            <a:endParaRPr lang="en-US"/>
          </a:p>
          <a:p>
            <a:r>
              <a:rPr lang="en-US"/>
              <a:t>“CARI AMAN”</a:t>
            </a:r>
            <a:endParaRPr lang="en-US"/>
          </a:p>
          <a:p>
            <a:r>
              <a:rPr lang="en-US"/>
              <a:t>	</a:t>
            </a:r>
            <a:r>
              <a:rPr lang="en-US" sz="2800"/>
              <a:t>VS</a:t>
            </a:r>
            <a:endParaRPr lang="en-US" sz="2800"/>
          </a:p>
          <a:p>
            <a:r>
              <a:rPr lang="en-US"/>
              <a:t>“SEKALIPUN PAHIT KENYATAANNYA”</a:t>
            </a:r>
            <a:endParaRPr lang="en-US"/>
          </a:p>
          <a:p>
            <a:r>
              <a:rPr lang="en-US"/>
              <a:t>“APAPUN RESIKONYA.....”</a:t>
            </a:r>
            <a:endParaRPr lang="en-US"/>
          </a:p>
          <a:p>
            <a:r>
              <a:rPr lang="en-US"/>
              <a:t>“LEBIH BAIK BERKATA APA ADANYA.....”</a:t>
            </a:r>
            <a:endParaRPr lang="en-US"/>
          </a:p>
          <a:p>
            <a:r>
              <a:rPr lang="en-US"/>
              <a:t>                     </a:t>
            </a:r>
            <a:endParaRPr lang="en-US" sz="2400"/>
          </a:p>
          <a:p>
            <a:endParaRPr lang="en-US"/>
          </a:p>
          <a:p>
            <a:endParaRPr lang="en-US"/>
          </a:p>
        </p:txBody>
      </p:sp>
      <p:pic>
        <p:nvPicPr>
          <p:cNvPr id="5" name="Picture 4"/>
          <p:cNvPicPr>
            <a:picLocks noChangeAspect="1"/>
          </p:cNvPicPr>
          <p:nvPr/>
        </p:nvPicPr>
        <p:blipFill>
          <a:blip r:embed="rId1"/>
          <a:stretch>
            <a:fillRect/>
          </a:stretch>
        </p:blipFill>
        <p:spPr>
          <a:xfrm>
            <a:off x="838835" y="836930"/>
            <a:ext cx="10149840" cy="205803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78840" y="767715"/>
            <a:ext cx="10169525" cy="2395220"/>
          </a:xfrm>
        </p:spPr>
        <p:txBody>
          <a:bodyPr/>
          <a:p>
            <a:r>
              <a:rPr lang="en-US" sz="2400"/>
              <a:t>“Hai orang-orang yang beriman, bertakwalah kamu kepada Allah dan katakanlah perkataan yang benar.”</a:t>
            </a:r>
            <a:endParaRPr lang="en-US" sz="2400"/>
          </a:p>
        </p:txBody>
      </p:sp>
      <p:sp>
        <p:nvSpPr>
          <p:cNvPr id="3" name="Subtitle 2"/>
          <p:cNvSpPr>
            <a:spLocks noGrp="1"/>
          </p:cNvSpPr>
          <p:nvPr>
            <p:ph type="subTitle" idx="1"/>
          </p:nvPr>
        </p:nvSpPr>
        <p:spPr>
          <a:xfrm>
            <a:off x="911860" y="3120390"/>
            <a:ext cx="10109835" cy="2579370"/>
          </a:xfrm>
        </p:spPr>
        <p:txBody>
          <a:bodyPr/>
          <a:p>
            <a:r>
              <a:rPr lang="en-US"/>
              <a:t>    Abu Musa al- Asy’ari berkata, “Pada suatu waktu, kami pernah shalat Zhuhur bersama Rasulullah Saw. Kemudian, selesai shalat, Nabi Saw. pergi dan menunjukkan kepada kami dengan tangan beliau. Kami kemudian duduk, dan beliau bersabda, ‘Sesungguhnya Allah memerintahkan kepadaku untuk memerintahkan kepada kalian agar kalian selalu takwa (takut) kepada Allah serta berkatalah dengan perkataan yang benar.’ </a:t>
            </a:r>
            <a:endParaRPr lang="en-US"/>
          </a:p>
        </p:txBody>
      </p:sp>
      <p:pic>
        <p:nvPicPr>
          <p:cNvPr id="5" name="Picture 4"/>
          <p:cNvPicPr>
            <a:picLocks noChangeAspect="1"/>
          </p:cNvPicPr>
          <p:nvPr/>
        </p:nvPicPr>
        <p:blipFill>
          <a:blip r:embed="rId1"/>
          <a:stretch>
            <a:fillRect/>
          </a:stretch>
        </p:blipFill>
        <p:spPr>
          <a:xfrm>
            <a:off x="911225" y="812165"/>
            <a:ext cx="10156190" cy="15760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29640" y="792480"/>
            <a:ext cx="10080625" cy="2879090"/>
          </a:xfrm>
        </p:spPr>
        <p:txBody>
          <a:bodyPr/>
          <a:p>
            <a:r>
              <a:rPr lang="en-US" sz="2400"/>
              <a:t>       Nabi Muhammad Saw. mendatangi kaum perempuan, dan bersabda, ’Sesung- guhnya Allah memerintahkan kepadaku untuk memerintahkan kepada kalian agar kalian selalu takwa (takut) kepada Allah serta berkatalah dengan perkataan yang benar.” (HR. Ahmad). Disebutkan dalam riwayat Aisyah, yang berkata, “Rasulullah Saw. tidak pernah berdiri di mimbar kecuali apa yang telah aku dengar beliau bersabda dengan menyebutkan QS. al-Ahzāb [33]: 70.”</a:t>
            </a:r>
            <a:endParaRPr lang="en-US" sz="2400"/>
          </a:p>
        </p:txBody>
      </p:sp>
      <p:sp>
        <p:nvSpPr>
          <p:cNvPr id="3" name="Subtitle 2"/>
          <p:cNvSpPr>
            <a:spLocks noGrp="1"/>
          </p:cNvSpPr>
          <p:nvPr>
            <p:ph type="subTitle" idx="1"/>
          </p:nvPr>
        </p:nvSpPr>
        <p:spPr>
          <a:xfrm>
            <a:off x="896620" y="3671570"/>
            <a:ext cx="10111740" cy="2052955"/>
          </a:xfrm>
        </p:spPr>
        <p:txBody>
          <a:bodyPr/>
          <a:p>
            <a:r>
              <a:rPr lang="en-US"/>
              <a:t>Demikian juga diceritakan dari Ali bin Abdillah, dari Muhammad in az-Zaiqan, Musa bin Uqbah, dari Abu Salamah bin Abdurrahman, dari Aisyah bahwa Nabi Muhammad Saw. bersabda, “Berkatalah yang benar, dekatkanlah, dan kabarkanlah kabar gembira, karena sesungguhnya orang masuk surga bukan karena amalnya.”</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53440" y="792480"/>
            <a:ext cx="10182225" cy="4625340"/>
          </a:xfrm>
        </p:spPr>
        <p:txBody>
          <a:bodyPr/>
          <a:p>
            <a:r>
              <a:rPr lang="en-US" sz="4000"/>
              <a:t>     Para sahabat bertanya, “Apakah engkau juga demikian, wahai Rasulullah?”</a:t>
            </a:r>
            <a:br>
              <a:rPr lang="en-US" sz="4000"/>
            </a:br>
            <a:br>
              <a:rPr lang="en-US" sz="4000"/>
            </a:br>
            <a:r>
              <a:rPr lang="en-US" sz="4000"/>
              <a:t>     Rasulullah Saw. menjawab, “Termasuk aku juga, kecuali Allah melimpahkan kepadaku ampunan dan rahmat-Nya.” (HR. Bukhari).</a:t>
            </a:r>
            <a:endParaRPr lang="en-US" sz="4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p:cNvSpPr>
            <a:spLocks noGrp="1"/>
          </p:cNvSpPr>
          <p:nvPr>
            <p:ph type="ctrTitle"/>
          </p:nvPr>
        </p:nvSpPr>
        <p:spPr/>
        <p:txBody>
          <a:bodyPr/>
          <a:lstStyle/>
          <a:p>
            <a:r>
              <a:rPr lang="en-US" dirty="0" err="1">
                <a:latin typeface="Algerian" panose="04020705040A02060702" pitchFamily="82" charset="0"/>
              </a:rPr>
              <a:t>Sampai</a:t>
            </a:r>
            <a:r>
              <a:rPr lang="en-US" dirty="0">
                <a:latin typeface="Algerian" panose="04020705040A02060702" pitchFamily="82" charset="0"/>
              </a:rPr>
              <a:t> </a:t>
            </a:r>
            <a:r>
              <a:rPr lang="en-US" dirty="0" err="1">
                <a:latin typeface="Algerian" panose="04020705040A02060702" pitchFamily="82" charset="0"/>
              </a:rPr>
              <a:t>jumpa</a:t>
            </a:r>
            <a:r>
              <a:rPr lang="en-US" dirty="0">
                <a:latin typeface="Algerian" panose="04020705040A02060702" pitchFamily="82" charset="0"/>
              </a:rPr>
              <a:t> </a:t>
            </a:r>
            <a:r>
              <a:rPr lang="en-US" dirty="0" err="1">
                <a:latin typeface="Algerian" panose="04020705040A02060702" pitchFamily="82" charset="0"/>
              </a:rPr>
              <a:t>lagi</a:t>
            </a:r>
            <a:endParaRPr lang="en-US" dirty="0">
              <a:latin typeface="Algerian" panose="04020705040A02060702" pitchFamily="82" charset="0"/>
            </a:endParaRPr>
          </a:p>
        </p:txBody>
      </p:sp>
      <p:sp>
        <p:nvSpPr>
          <p:cNvPr id="25" name="Subtitle 24"/>
          <p:cNvSpPr>
            <a:spLocks noGrp="1"/>
          </p:cNvSpPr>
          <p:nvPr>
            <p:ph type="subTitle" idx="1"/>
          </p:nvPr>
        </p:nvSpPr>
        <p:spPr/>
        <p:txBody>
          <a:bodyPr/>
          <a:lstStyle/>
          <a:p>
            <a:endParaRPr lang="en-US" dirty="0"/>
          </a:p>
          <a:p>
            <a:endParaRPr lang="en-US" dirty="0"/>
          </a:p>
          <a:p>
            <a:endParaRPr lang="en-US" dirty="0"/>
          </a:p>
        </p:txBody>
      </p:sp>
      <p:pic>
        <p:nvPicPr>
          <p:cNvPr id="5" name="Picture Placeholder 4"/>
          <p:cNvPicPr>
            <a:picLocks noGrp="1" noChangeAspect="1"/>
          </p:cNvPicPr>
          <p:nvPr>
            <p:ph type="pic" sz="quarter" idx="10"/>
          </p:nvPr>
        </p:nvPicPr>
        <p:blipFill rotWithShape="1">
          <a:blip r:embed="rId1"/>
          <a:srcRect l="6476" r="6476"/>
          <a:stretch>
            <a:fillRect/>
          </a:stretch>
        </p:blipFill>
        <p:spPr>
          <a:xfrm>
            <a:off x="6443481" y="812292"/>
            <a:ext cx="4635197" cy="4928616"/>
          </a:xfrm>
        </p:spPr>
      </p:pic>
    </p:spTree>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{F7237F1E-079A-457E-BF46-1F7047C46C78}tf11429527_win32</Template>
  <TotalTime>0</TotalTime>
  <Words>9790</Words>
  <Application>WPS Presentation</Application>
  <PresentationFormat>Widescreen</PresentationFormat>
  <Paragraphs>122</Paragraphs>
  <Slides>25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25</vt:i4>
      </vt:variant>
    </vt:vector>
  </HeadingPairs>
  <TitlesOfParts>
    <vt:vector size="39" baseType="lpstr">
      <vt:lpstr>Arial</vt:lpstr>
      <vt:lpstr>SimSun</vt:lpstr>
      <vt:lpstr>Wingdings</vt:lpstr>
      <vt:lpstr>Karla</vt:lpstr>
      <vt:lpstr>Algerian</vt:lpstr>
      <vt:lpstr>Palatino Linotype</vt:lpstr>
      <vt:lpstr>Bahnschrift Condensed</vt:lpstr>
      <vt:lpstr>Segoe Print</vt:lpstr>
      <vt:lpstr>Century Gothic</vt:lpstr>
      <vt:lpstr>Univers Condensed Light</vt:lpstr>
      <vt:lpstr>Microsoft YaHei</vt:lpstr>
      <vt:lpstr>Arial Unicode MS</vt:lpstr>
      <vt:lpstr>Calibri</vt:lpstr>
      <vt:lpstr>Office Theme</vt:lpstr>
      <vt:lpstr>BAB 3 .TRANSFORMASI IMAN DALAM KEHIDUPAN</vt:lpstr>
      <vt:lpstr>RUKUN IMAN</vt:lpstr>
      <vt:lpstr>PowerPoint 演示文稿</vt:lpstr>
      <vt:lpstr>Pengertian Iman Sesuai al-Qur’an dan Hadits</vt:lpstr>
      <vt:lpstr>PowerPoint 演示文稿</vt:lpstr>
      <vt:lpstr>Menurut bahasa, iman berarti pembenaran hati. Sedangkan, menurut istilah,Membenarkan dengan hati, mengikrarkan dengan lisan, dan mengamalkan dengan anggota badan </vt:lpstr>
      <vt:lpstr>Secara terminologi (istilah), terdapat beberapa definisi ‘aqidah, antara lain sebagai berikut:     1.Hasan al-Banna mendefinisikan ‘aqidah adalah beberapa perkara yang wajib diyakini kebenarannya oleh hati, mendatangkan ketenteraman jiwa, menjadi keyakinan yang tidak bercampur sedikit pun dengan keragu-raguan.      2.Menurut Abu Bakar Jabiral-Jazairi, ‘aqidah adalah sejumlah kebenaran yang dapat diterima secara umum oleh manusia berdasarkan akal, wahyu, dan fitrah. Diyakini dalam hati, diimplementasikan dalam perbuatan.</vt:lpstr>
      <vt:lpstr>Dari ketiga pendapat tentang ‘aqidah tersebut di atas, dapat disim- pulkan bahwa:      (1) setiap manusia memiliki fitrah tentang adanya Tuhan yang didukung oleh hidayah Allah berupa indra, akal, agama, wahyu, dan taufiqiyyah (sintesis antara kehendak Allah dengan kehendak manusia). Oleh karena itu, manusia yang ingin mengenal Tuhan secara baik harus mampu memfungsikan hidayah-hidayah tersebut;      (2) keyakinan sebagai sumber utama akidah itu tidak boleh bercampur dengan keraguan; </vt:lpstr>
      <vt:lpstr>     (5) akidah biasanya lazim disebut dengan istilah iman atau tauhid, yang intinya adalah yakin bahwa Allah satu dan diimplementasikan dengan aktivitas yang nyata, (ibadah kepada Allah) sehingga semua aktivitas dalam kehidupan sehari-hari merasa “termonitor” oleh Allah (ihsan).82</vt:lpstr>
      <vt:lpstr>PowerPoint 演示文稿</vt:lpstr>
      <vt:lpstr>Sementara itu, ibadah kepada Allah Swt. maksudnya merupakan sebaik-baiknya cara mengenal Allah Swt., yang bisa dilakukan salah satunya melalui berpikir dan memperhatikan penciptaan manusia dan alam semesta. Merenungi fenomena kehidupan dan kematian membuat manusia menyadari hakikat ini</vt:lpstr>
      <vt:lpstr>B.Transformasi Rukun Iman</vt:lpstr>
      <vt:lpstr>     “Wahai orang-orang yang beriman, jadilah kamu orang yang benar-benar penegak keadilan, menjadi saksi karena Allah biar pun terhadap dirimu sendiri atau ibu bapak dan kaum kerabatmu. Jika ia (orang yang tergugat atau yang terdakwa) kaya ataupun miskin, maka Allah lebih tahu kemasla- hatannya. Maka janganlah kamu mengikuti hawa nafsu karena ingin menyimpang dari kebenaran. Dan jika kamu memutarbalikkan (kata-kata) atau enggan menjadi saksi, maka sesungguhnya Allah adalah Maha Menge- tahui segala apa yang kamu kerjakan.”(An Nisa’ 135)</vt:lpstr>
      <vt:lpstr>       bahwa orang miskin tersebut tidak  bersalah  kepada  orang  kaya.  Allah Swt. ingin Nabi Muhammad Saw. menegakkan  keadilan,  baik  kepada orang kaya maupun orang yang miskin. Allah Swt. berfirman, “Jika ia kaya ataupun miskin maka Allah lebih tahu kemaslahatannya, maka janganlah kamu mengikuti hawa nafsu karena ingin menyimpang dari kebenaran.”</vt:lpstr>
      <vt:lpstr>Diceritakan dari Abu Bakar bin Abi Syaibah, Zuhair bin Harb, dan Ibnu Numair, diceritakan dari Sufyan bin Uyainah, dari Amr (Ibnu Dinar), dari Amr bin Aus, dari Abdullah bin Amr bin al-Ash yang berkata, “Ibnu Numari dan Abu Bakar datang kepada Nabi Saw., yang menurut riwayat Zuhair, lalu berkata, ‘Rasulullah Saw. bersabda, ‘Sesungguhnya orang- orang yang berbuat adil menurut pandangan Allah, kelak akan ditem- patkan di atas mimbar-mimbar yang terbuat dari cahaya, di sisi kanan Allah Yang Maha Pengasih, dan kedua tangannya adalah kanan. Yaitu, orang-orang yang berbuat adil dalam keputusan hukumnya, juga terhadap keluarga dan masyarakat yang berada di bawah kuasanya.” (HR. Muslim).</vt:lpstr>
      <vt:lpstr>indikator  pembeda  antara  orang yang beriman dengan orang yang tidak beriman, yaitu dengan melihat amaliahnya dalam kehidupan sehari-hari. Sebagaimana diketahui, semua amal yang dikerjakan di dunia akan dipertanggungjawabkan kepada Allah Swt., tidak hanya kepada manusia. Sedangkan, Allah itu Maha Adil.</vt:lpstr>
      <vt:lpstr>dalam hidup dan kehidupan sehari-hari. Contoh sederhananya adalah berkata dengan sebenar-benarnya dalam persaksian.</vt:lpstr>
      <vt:lpstr>PowerPoint 演示文稿</vt:lpstr>
      <vt:lpstr>    Abu Ja’far berpendapat bahwa yang dimaksud sebagai orang-orang mukmin dalam ayat ini adalah orang-orang yang beriman kepada Allah Swt. dan Rasulullah Saw., dan juga beriman kepada al-Qur’an yang diturunkan kepada Nabi Muhammad Saw. Dalam Tafsir ath-Thabari, disebutkan riwayat hadits Qudsi yang berisi firman Allah Swt. kepada Nabi Muhammad Saw. berikut:</vt:lpstr>
      <vt:lpstr>PowerPoint 演示文稿</vt:lpstr>
      <vt:lpstr>PowerPoint 演示文稿</vt:lpstr>
      <vt:lpstr>“Hai orang-orang yang beriman, bertakwalah kamu kepada Allah dan katakanlah perkataan yang benar.”</vt:lpstr>
      <vt:lpstr>       Nabi Muhammad Saw. mendatangi kaum perempuan, dan bersabda, ’Sesung- guhnya Allah memerintahkan kepadaku untuk memerintahkan kepada kalian agar kalian selalu takwa (takut) kepada Allah serta berkatalah dengan perkataan yang benar.” (HR. Ahmad). Disebutkan dalam riwayat Aisyah, yang berkata, “Rasulullah Saw. tidak pernah berdiri di mimbar kecuali apa yang telah aku dengar beliau bersabda dengan menyebutkan QS. al-Ahzāb [33]: 70.”</vt:lpstr>
      <vt:lpstr>     Para sahabat bertanya, “Apakah engkau juga demikian, wahai Rasulullah?”       Rasulullah Saw. menjawab, “Termasuk aku juga, kecuali Allah melimpahkan kepadaku ampunan dan rahmat-Nya.” (HR. Bukhari).</vt:lpstr>
      <vt:lpstr>Sampai jumpa lagi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BAB 3 .TRANSFORMASI IMAN DALAM KEHIDUPAN</dc:title>
  <dc:creator>chuzaemah chuzaemah</dc:creator>
  <cp:lastModifiedBy>Lenovo</cp:lastModifiedBy>
  <cp:revision>14</cp:revision>
  <dcterms:created xsi:type="dcterms:W3CDTF">2022-10-16T07:36:00Z</dcterms:created>
  <dcterms:modified xsi:type="dcterms:W3CDTF">2023-10-23T12:09:28Z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48F60EC603A148C1869AA6153BB1E42B</vt:lpwstr>
  </property>
  <property fmtid="{D5CDD505-2E9C-101B-9397-08002B2CF9AE}" pid="4" name="KSOProductBuildVer">
    <vt:lpwstr>1033-12.2.0.13266</vt:lpwstr>
  </property>
</Properties>
</file>