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sldIdLst>
    <p:sldId id="411" r:id="rId3"/>
    <p:sldId id="391" r:id="rId4"/>
    <p:sldId id="412" r:id="rId5"/>
    <p:sldId id="415" r:id="rId6"/>
    <p:sldId id="416" r:id="rId7"/>
    <p:sldId id="430" r:id="rId9"/>
    <p:sldId id="418" r:id="rId10"/>
    <p:sldId id="420" r:id="rId11"/>
    <p:sldId id="421" r:id="rId12"/>
    <p:sldId id="422" r:id="rId13"/>
    <p:sldId id="423" r:id="rId14"/>
    <p:sldId id="424" r:id="rId15"/>
    <p:sldId id="425" r:id="rId16"/>
    <p:sldId id="427" r:id="rId17"/>
    <p:sldId id="293" r:id="rId18"/>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0" userDrawn="1">
          <p15:clr>
            <a:srgbClr val="A4A3A4"/>
          </p15:clr>
        </p15:guide>
        <p15:guide id="2" pos="478" userDrawn="1">
          <p15:clr>
            <a:srgbClr val="A4A3A4"/>
          </p15:clr>
        </p15:guide>
        <p15:guide id="3" orient="horz" pos="2616" userDrawn="1">
          <p15:clr>
            <a:srgbClr val="A4A3A4"/>
          </p15:clr>
        </p15:guide>
        <p15:guide id="4" orient="horz" pos="3296" userDrawn="1">
          <p15:clr>
            <a:srgbClr val="A4A3A4"/>
          </p15:clr>
        </p15:guide>
        <p15:guide id="5" pos="6894" userDrawn="1">
          <p15:clr>
            <a:srgbClr val="A4A3A4"/>
          </p15:clr>
        </p15:guide>
        <p15:guide id="6" orient="horz" pos="2148" userDrawn="1">
          <p15:clr>
            <a:srgbClr val="A4A3A4"/>
          </p15:clr>
        </p15:guide>
        <p15:guide id="7" orient="horz" pos="3969" userDrawn="1">
          <p15:clr>
            <a:srgbClr val="A4A3A4"/>
          </p15:clr>
        </p15:guide>
        <p15:guide id="8" orient="horz" pos="1158" userDrawn="1">
          <p15:clr>
            <a:srgbClr val="A4A3A4"/>
          </p15:clr>
        </p15:guide>
        <p15:guide id="9" orient="horz" pos="2325" userDrawn="1">
          <p15:clr>
            <a:srgbClr val="A4A3A4"/>
          </p15:clr>
        </p15:guide>
        <p15:guide id="10" orient="horz" pos="1606" userDrawn="1">
          <p15:clr>
            <a:srgbClr val="A4A3A4"/>
          </p15:clr>
        </p15:guide>
        <p15:guide id="11" pos="7680" userDrawn="1">
          <p15:clr>
            <a:srgbClr val="A4A3A4"/>
          </p15:clr>
        </p15:guide>
        <p15:guide id="12" pos="6716" userDrawn="1">
          <p15:clr>
            <a:srgbClr val="A4A3A4"/>
          </p15:clr>
        </p15:guide>
        <p15:guide id="13" pos="1008" userDrawn="1">
          <p15:clr>
            <a:srgbClr val="A4A3A4"/>
          </p15:clr>
        </p15:guide>
        <p15:guide id="14" pos="1584" userDrawn="1">
          <p15:clr>
            <a:srgbClr val="A4A3A4"/>
          </p15:clr>
        </p15:guide>
        <p15:guide id="15" pos="2114" userDrawn="1">
          <p15:clr>
            <a:srgbClr val="A4A3A4"/>
          </p15:clr>
        </p15:guide>
        <p15:guide id="16" pos="2738" userDrawn="1">
          <p15:clr>
            <a:srgbClr val="A4A3A4"/>
          </p15:clr>
        </p15:guide>
        <p15:guide id="17" pos="3264" userDrawn="1">
          <p15:clr>
            <a:srgbClr val="A4A3A4"/>
          </p15:clr>
        </p15:guide>
        <p15:guide id="18" pos="4052" userDrawn="1">
          <p15:clr>
            <a:srgbClr val="A4A3A4"/>
          </p15:clr>
        </p15:guide>
        <p15:guide id="19" pos="4397" userDrawn="1">
          <p15:clr>
            <a:srgbClr val="A4A3A4"/>
          </p15:clr>
        </p15:guide>
        <p15:guide id="20" pos="4944" userDrawn="1">
          <p15:clr>
            <a:srgbClr val="A4A3A4"/>
          </p15:clr>
        </p15:guide>
        <p15:guide id="21" pos="5544" userDrawn="1">
          <p15:clr>
            <a:srgbClr val="A4A3A4"/>
          </p15:clr>
        </p15:guide>
        <p15:guide id="22" pos="6048" userDrawn="1">
          <p15:clr>
            <a:srgbClr val="A4A3A4"/>
          </p15:clr>
        </p15:guide>
        <p15:guide id="23" orient="horz" pos="2494" userDrawn="1">
          <p15:clr>
            <a:srgbClr val="A4A3A4"/>
          </p15:clr>
        </p15:guide>
        <p15:guide id="24" orient="horz" pos="1008" userDrawn="1">
          <p15:clr>
            <a:srgbClr val="A4A3A4"/>
          </p15:clr>
        </p15:guide>
        <p15:guide id="25" pos="5274" userDrawn="1">
          <p15:clr>
            <a:srgbClr val="A4A3A4"/>
          </p15:clr>
        </p15:guide>
        <p15:guide id="26" pos="72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09" autoAdjust="0"/>
  </p:normalViewPr>
  <p:slideViewPr>
    <p:cSldViewPr snapToGrid="0" snapToObjects="1" showGuides="1">
      <p:cViewPr>
        <p:scale>
          <a:sx n="51" d="100"/>
          <a:sy n="51" d="100"/>
        </p:scale>
        <p:origin x="1220" y="376"/>
      </p:cViewPr>
      <p:guideLst>
        <p:guide/>
        <p:guide pos="478"/>
        <p:guide orient="horz" pos="2616"/>
        <p:guide orient="horz" pos="3296"/>
        <p:guide pos="6894"/>
        <p:guide orient="horz" pos="2148"/>
        <p:guide orient="horz" pos="3969"/>
        <p:guide orient="horz" pos="1158"/>
        <p:guide orient="horz" pos="2325"/>
        <p:guide orient="horz" pos="1606"/>
        <p:guide pos="7680"/>
        <p:guide pos="6716"/>
        <p:guide pos="1008"/>
        <p:guide pos="1584"/>
        <p:guide pos="2114"/>
        <p:guide pos="2738"/>
        <p:guide pos="3264"/>
        <p:guide pos="4052"/>
        <p:guide pos="4397"/>
        <p:guide pos="4944"/>
        <p:guide pos="5544"/>
        <p:guide pos="6048"/>
        <p:guide orient="horz" pos="2494"/>
        <p:guide orient="horz" pos="1008"/>
        <p:guide pos="5274"/>
        <p:guide pos="72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Placeholder 1"/>
          <p:cNvSpPr>
            <a:spLocks noGrp="1"/>
          </p:cNvSpPr>
          <p:nvPr>
            <p:ph type="body" sz="quarter"/>
          </p:nvPr>
        </p:nvSpPr>
        <p:spPr>
          <a:xfrm>
            <a:off x="1324033" y="10484000"/>
            <a:ext cx="10592263" cy="8577819"/>
          </a:xfrm>
          <a:prstGeom prst="rect">
            <a:avLst/>
          </a:prstGeom>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descr="preencoded.png"/>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p:cNvSpPr/>
          <p:nvPr userDrawn="1"/>
        </p:nvSpPr>
        <p:spPr>
          <a:xfrm>
            <a:off x="1600201" y="1153228"/>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8" name="Freeform: Shape 17"/>
          <p:cNvSpPr/>
          <p:nvPr userDrawn="1"/>
        </p:nvSpPr>
        <p:spPr>
          <a:xfrm>
            <a:off x="2795588"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ctrTitle"/>
          </p:nvPr>
        </p:nvSpPr>
        <p:spPr>
          <a:xfrm>
            <a:off x="3403092" y="1984248"/>
            <a:ext cx="5385816" cy="1225296"/>
          </a:xfrm>
        </p:spPr>
        <p:txBody>
          <a:bodyPr tIns="0" anchor="t">
            <a:noAutofit/>
          </a:bodyPr>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4349496" y="3483864"/>
            <a:ext cx="3493008" cy="878908"/>
          </a:xfrm>
        </p:spPr>
        <p:txBody>
          <a:bodyPr lIns="0" tIns="0" rIns="0" bIns="0">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p:cNvGrpSpPr/>
          <p:nvPr userDrawn="1"/>
        </p:nvGrpSpPr>
        <p:grpSpPr>
          <a:xfrm>
            <a:off x="6452303" y="3405019"/>
            <a:ext cx="5739697" cy="3467971"/>
            <a:chOff x="5009037" y="2525712"/>
            <a:chExt cx="7170193" cy="4332288"/>
          </a:xfrm>
        </p:grpSpPr>
        <p:sp>
          <p:nvSpPr>
            <p:cNvPr id="7" name="Freeform 7"/>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noAutofit/>
            </a:bodyPr>
            <a:lstStyle/>
            <a:p>
              <a:endParaRPr lang="en-US" dirty="0"/>
            </a:p>
          </p:txBody>
        </p:sp>
        <p:sp>
          <p:nvSpPr>
            <p:cNvPr id="8" name="Freeform 6"/>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noAutofit/>
            </a:bodyPr>
            <a:lstStyle/>
            <a:p>
              <a:endParaRPr lang="en-US" dirty="0"/>
            </a:p>
          </p:txBody>
        </p:sp>
      </p:grpSp>
      <p:grpSp>
        <p:nvGrpSpPr>
          <p:cNvPr id="9" name="Group 8"/>
          <p:cNvGrpSpPr/>
          <p:nvPr userDrawn="1"/>
        </p:nvGrpSpPr>
        <p:grpSpPr>
          <a:xfrm flipH="1" flipV="1">
            <a:off x="6465610" y="0"/>
            <a:ext cx="5739697" cy="3467971"/>
            <a:chOff x="5183405" y="2678112"/>
            <a:chExt cx="7170193" cy="4332288"/>
          </a:xfrm>
        </p:grpSpPr>
        <p:sp>
          <p:nvSpPr>
            <p:cNvPr id="10" name="Freeform 7"/>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noAutofit/>
            </a:bodyPr>
            <a:lstStyle/>
            <a:p>
              <a:endParaRPr lang="en-US" dirty="0"/>
            </a:p>
          </p:txBody>
        </p:sp>
        <p:sp>
          <p:nvSpPr>
            <p:cNvPr id="11" name="Freeform 6"/>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noAutofit/>
            </a:bodyPr>
            <a:lstStyle/>
            <a:p>
              <a:endParaRPr lang="en-US" dirty="0"/>
            </a:p>
          </p:txBody>
        </p:sp>
      </p:grpSp>
      <p:sp>
        <p:nvSpPr>
          <p:cNvPr id="14" name="Image 2" descr="preencoded.png"/>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p:cNvSpPr>
            <a:spLocks noGrp="1"/>
          </p:cNvSpPr>
          <p:nvPr>
            <p:ph type="title"/>
          </p:nvPr>
        </p:nvSpPr>
        <p:spPr>
          <a:xfrm>
            <a:off x="1499616" y="1901952"/>
            <a:ext cx="5693664" cy="768096"/>
          </a:xfrm>
        </p:spPr>
        <p:txBody>
          <a:bodyPr>
            <a:noAutofit/>
          </a:bodyPr>
          <a:lstStyle>
            <a:lvl1pPr algn="l">
              <a:lnSpc>
                <a:spcPct val="100000"/>
              </a:lnSpc>
              <a:defRPr/>
            </a:lvl1pPr>
          </a:lstStyle>
          <a:p>
            <a:r>
              <a:rPr lang="en-US"/>
              <a:t>Click to edit Master title style</a:t>
            </a:r>
            <a:endParaRPr lang="en-US" dirty="0"/>
          </a:p>
        </p:txBody>
      </p:sp>
      <p:sp>
        <p:nvSpPr>
          <p:cNvPr id="13" name="Content Placeholder 2"/>
          <p:cNvSpPr>
            <a:spLocks noGrp="1"/>
          </p:cNvSpPr>
          <p:nvPr>
            <p:ph idx="1"/>
          </p:nvPr>
        </p:nvSpPr>
        <p:spPr>
          <a:xfrm>
            <a:off x="1499616" y="2770632"/>
            <a:ext cx="5693664" cy="3122168"/>
          </a:xfrm>
        </p:spPr>
        <p:txBody>
          <a:bodyPr>
            <a:noAutofit/>
          </a:bodyPr>
          <a:lstStyle>
            <a:lvl1pPr marL="0" indent="0">
              <a:lnSpc>
                <a:spcPct val="150000"/>
              </a:lnSpc>
              <a:spcBef>
                <a:spcPts val="0"/>
              </a:spcBef>
              <a:buNone/>
              <a:defRPr sz="2400"/>
            </a:lvl1pPr>
            <a:lvl2pPr marL="347345">
              <a:lnSpc>
                <a:spcPct val="150000"/>
              </a:lnSpc>
              <a:spcBef>
                <a:spcPts val="0"/>
              </a:spcBef>
              <a:defRPr sz="2000"/>
            </a:lvl2pPr>
            <a:lvl3pPr marL="685800">
              <a:lnSpc>
                <a:spcPct val="150000"/>
              </a:lnSpc>
              <a:spcBef>
                <a:spcPts val="0"/>
              </a:spcBef>
              <a:defRPr sz="1800"/>
            </a:lvl3pPr>
          </a:lstStyle>
          <a:p>
            <a:pPr lvl="0"/>
            <a:r>
              <a:rPr lang="en-US"/>
              <a:t>Click to edit Master text styles</a:t>
            </a:r>
            <a:endParaRPr lang="en-US"/>
          </a:p>
          <a:p>
            <a:pPr lvl="1"/>
            <a:r>
              <a:rPr lang="en-US"/>
              <a:t>Second level</a:t>
            </a:r>
            <a:endParaRPr lang="en-US"/>
          </a:p>
          <a:p>
            <a:pPr lvl="2"/>
            <a:r>
              <a:rPr lang="en-US"/>
              <a:t>Third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troduction">
    <p:spTree>
      <p:nvGrpSpPr>
        <p:cNvPr id="1" name=""/>
        <p:cNvGrpSpPr/>
        <p:nvPr/>
      </p:nvGrpSpPr>
      <p:grpSpPr>
        <a:xfrm>
          <a:off x="0" y="0"/>
          <a:ext cx="0" cy="0"/>
          <a:chOff x="0" y="0"/>
          <a:chExt cx="0" cy="0"/>
        </a:xfrm>
      </p:grpSpPr>
      <p:sp>
        <p:nvSpPr>
          <p:cNvPr id="23" name="Freeform: Shape 22"/>
          <p:cNvSpPr/>
          <p:nvPr userDrawn="1"/>
        </p:nvSpPr>
        <p:spPr>
          <a:xfrm>
            <a:off x="0" y="3427336"/>
            <a:ext cx="3430200" cy="3430665"/>
          </a:xfrm>
          <a:custGeom>
            <a:avLst/>
            <a:gdLst>
              <a:gd name="connsiteX0" fmla="*/ 0 w 3430200"/>
              <a:gd name="connsiteY0" fmla="*/ 0 h 3430665"/>
              <a:gd name="connsiteX1" fmla="*/ 3430200 w 3430200"/>
              <a:gd name="connsiteY1" fmla="*/ 0 h 3430665"/>
              <a:gd name="connsiteX2" fmla="*/ 3430200 w 3430200"/>
              <a:gd name="connsiteY2" fmla="*/ 3430665 h 3430665"/>
              <a:gd name="connsiteX3" fmla="*/ 0 w 3430200"/>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0" y="0"/>
                </a:moveTo>
                <a:lnTo>
                  <a:pt x="3430200" y="0"/>
                </a:lnTo>
                <a:lnTo>
                  <a:pt x="3430200" y="3430665"/>
                </a:lnTo>
                <a:lnTo>
                  <a:pt x="0" y="3430665"/>
                </a:lnTo>
                <a:close/>
              </a:path>
            </a:pathLst>
          </a:custGeom>
          <a:solidFill>
            <a:schemeClr val="accent3"/>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20" name="Freeform: Shape 19"/>
          <p:cNvSpPr/>
          <p:nvPr userDrawn="1"/>
        </p:nvSpPr>
        <p:spPr>
          <a:xfrm>
            <a:off x="0" y="3427336"/>
            <a:ext cx="3430200" cy="3430665"/>
          </a:xfrm>
          <a:custGeom>
            <a:avLst/>
            <a:gdLst>
              <a:gd name="connsiteX0" fmla="*/ 3430200 w 3430200"/>
              <a:gd name="connsiteY0" fmla="*/ 0 h 3430665"/>
              <a:gd name="connsiteX1" fmla="*/ 3430200 w 3430200"/>
              <a:gd name="connsiteY1" fmla="*/ 3430665 h 3430665"/>
              <a:gd name="connsiteX2" fmla="*/ 0 w 3430200"/>
              <a:gd name="connsiteY2" fmla="*/ 3430665 h 3430665"/>
              <a:gd name="connsiteX3" fmla="*/ 0 w 3430200"/>
              <a:gd name="connsiteY3" fmla="*/ 3417531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3430200" y="0"/>
                </a:moveTo>
                <a:lnTo>
                  <a:pt x="3430200" y="3430665"/>
                </a:lnTo>
                <a:lnTo>
                  <a:pt x="0" y="3430665"/>
                </a:lnTo>
                <a:lnTo>
                  <a:pt x="0" y="3417531"/>
                </a:lnTo>
                <a:close/>
              </a:path>
            </a:pathLst>
          </a:custGeom>
          <a:solidFill>
            <a:schemeClr val="accent1"/>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14" name="Freeform: Shape 13"/>
          <p:cNvSpPr/>
          <p:nvPr userDrawn="1"/>
        </p:nvSpPr>
        <p:spPr>
          <a:xfrm>
            <a:off x="1" y="1"/>
            <a:ext cx="3423785" cy="3437345"/>
          </a:xfrm>
          <a:custGeom>
            <a:avLst/>
            <a:gdLst>
              <a:gd name="connsiteX0" fmla="*/ 0 w 3423785"/>
              <a:gd name="connsiteY0" fmla="*/ 0 h 3437345"/>
              <a:gd name="connsiteX1" fmla="*/ 3423785 w 3423785"/>
              <a:gd name="connsiteY1" fmla="*/ 0 h 3437345"/>
              <a:gd name="connsiteX2" fmla="*/ 3423785 w 3423785"/>
              <a:gd name="connsiteY2" fmla="*/ 3437345 h 3437345"/>
              <a:gd name="connsiteX3" fmla="*/ 0 w 342378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423785" h="3437345">
                <a:moveTo>
                  <a:pt x="0" y="0"/>
                </a:moveTo>
                <a:lnTo>
                  <a:pt x="3423785" y="0"/>
                </a:lnTo>
                <a:lnTo>
                  <a:pt x="3423785" y="3437345"/>
                </a:lnTo>
                <a:lnTo>
                  <a:pt x="0" y="3437345"/>
                </a:lnTo>
                <a:close/>
              </a:path>
            </a:pathLst>
          </a:custGeom>
          <a:solidFill>
            <a:schemeClr val="accent5"/>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2" name="Title 1"/>
          <p:cNvSpPr>
            <a:spLocks noGrp="1"/>
          </p:cNvSpPr>
          <p:nvPr userDrawn="1">
            <p:ph type="title"/>
          </p:nvPr>
        </p:nvSpPr>
        <p:spPr>
          <a:xfrm>
            <a:off x="4224528" y="2276856"/>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userDrawn="1">
            <p:ph idx="1"/>
          </p:nvPr>
        </p:nvSpPr>
        <p:spPr>
          <a:xfrm>
            <a:off x="4224528" y="3222752"/>
            <a:ext cx="6766560"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userDrawn="1">
            <p:ph type="ftr" sz="quarter" idx="11"/>
          </p:nvPr>
        </p:nvSpPr>
        <p:spPr>
          <a:xfrm>
            <a:off x="4224528" y="457200"/>
            <a:ext cx="3200400" cy="274320"/>
          </a:xfrm>
        </p:spPr>
        <p:txBody>
          <a:bodyPr>
            <a:noAutofit/>
          </a:bodyPr>
          <a:lstStyle/>
          <a:p>
            <a:r>
              <a:rPr lang="en-US"/>
              <a:t>Presentation title</a:t>
            </a:r>
            <a:endParaRPr lang="en-US" dirty="0"/>
          </a:p>
        </p:txBody>
      </p:sp>
      <p:sp>
        <p:nvSpPr>
          <p:cNvPr id="6" name="Slide Number Placeholder 5"/>
          <p:cNvSpPr>
            <a:spLocks noGrp="1"/>
          </p:cNvSpPr>
          <p:nvPr userDrawn="1">
            <p:ph type="sldNum" sz="quarter" idx="12"/>
          </p:nvPr>
        </p:nvSpPr>
        <p:spPr/>
        <p:txBody>
          <a:bodyPr>
            <a:noAutofit/>
          </a:bodyPr>
          <a:lstStyle/>
          <a:p>
            <a:fld id="{48F63A3B-78C7-47BE-AE5E-E10140E04643}" type="slidenum">
              <a:rPr lang="en-US" dirty="0"/>
            </a:fld>
            <a:endParaRPr lang="en-US" dirty="0"/>
          </a:p>
        </p:txBody>
      </p:sp>
      <p:sp>
        <p:nvSpPr>
          <p:cNvPr id="17" name="Freeform: Shape 16"/>
          <p:cNvSpPr/>
          <p:nvPr userDrawn="1"/>
        </p:nvSpPr>
        <p:spPr>
          <a:xfrm>
            <a:off x="1" y="869"/>
            <a:ext cx="3423785" cy="3436477"/>
          </a:xfrm>
          <a:custGeom>
            <a:avLst/>
            <a:gdLst>
              <a:gd name="connsiteX0" fmla="*/ 0 w 3423785"/>
              <a:gd name="connsiteY0" fmla="*/ 0 h 3436477"/>
              <a:gd name="connsiteX1" fmla="*/ 3423785 w 3423785"/>
              <a:gd name="connsiteY1" fmla="*/ 3436477 h 3436477"/>
              <a:gd name="connsiteX2" fmla="*/ 0 w 3423785"/>
              <a:gd name="connsiteY2" fmla="*/ 3436477 h 3436477"/>
            </a:gdLst>
            <a:ahLst/>
            <a:cxnLst>
              <a:cxn ang="0">
                <a:pos x="connsiteX0" y="connsiteY0"/>
              </a:cxn>
              <a:cxn ang="0">
                <a:pos x="connsiteX1" y="connsiteY1"/>
              </a:cxn>
              <a:cxn ang="0">
                <a:pos x="connsiteX2" y="connsiteY2"/>
              </a:cxn>
            </a:cxnLst>
            <a:rect l="l" t="t" r="r" b="b"/>
            <a:pathLst>
              <a:path w="3423785" h="3436477">
                <a:moveTo>
                  <a:pt x="0" y="0"/>
                </a:moveTo>
                <a:lnTo>
                  <a:pt x="3423785" y="3436477"/>
                </a:lnTo>
                <a:lnTo>
                  <a:pt x="0" y="3436477"/>
                </a:lnTo>
                <a:close/>
              </a:path>
            </a:pathLst>
          </a:custGeom>
          <a:solidFill>
            <a:schemeClr val="accent1"/>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34" name="Freeform: Shape 33"/>
          <p:cNvSpPr/>
          <p:nvPr userDrawn="1"/>
        </p:nvSpPr>
        <p:spPr>
          <a:xfrm>
            <a:off x="2062836" y="686475"/>
            <a:ext cx="7774629" cy="6193018"/>
          </a:xfrm>
          <a:custGeom>
            <a:avLst/>
            <a:gdLst>
              <a:gd name="connsiteX0" fmla="*/ 3887320 w 7774629"/>
              <a:gd name="connsiteY0" fmla="*/ 0 h 6193018"/>
              <a:gd name="connsiteX1" fmla="*/ 7774629 w 7774629"/>
              <a:gd name="connsiteY1" fmla="*/ 3884811 h 6193018"/>
              <a:gd name="connsiteX2" fmla="*/ 7774629 w 7774629"/>
              <a:gd name="connsiteY2" fmla="*/ 6193018 h 6193018"/>
              <a:gd name="connsiteX3" fmla="*/ 0 w 7774629"/>
              <a:gd name="connsiteY3" fmla="*/ 6193018 h 6193018"/>
              <a:gd name="connsiteX4" fmla="*/ 0 w 7774629"/>
              <a:gd name="connsiteY4" fmla="*/ 3884811 h 6193018"/>
              <a:gd name="connsiteX5" fmla="*/ 3887320 w 7774629"/>
              <a:gd name="connsiteY5" fmla="*/ 0 h 619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4629" h="6193018">
                <a:moveTo>
                  <a:pt x="3887320" y="0"/>
                </a:moveTo>
                <a:cubicBezTo>
                  <a:pt x="6034243" y="0"/>
                  <a:pt x="7774629" y="1739299"/>
                  <a:pt x="7774629" y="3884811"/>
                </a:cubicBezTo>
                <a:lnTo>
                  <a:pt x="7774629" y="6193018"/>
                </a:lnTo>
                <a:lnTo>
                  <a:pt x="0" y="6193018"/>
                </a:lnTo>
                <a:lnTo>
                  <a:pt x="0" y="3884811"/>
                </a:lnTo>
                <a:cubicBezTo>
                  <a:pt x="0" y="1739299"/>
                  <a:pt x="1740414" y="0"/>
                  <a:pt x="3887320" y="0"/>
                </a:cubicBezTo>
                <a:close/>
              </a:path>
            </a:pathLst>
          </a:custGeom>
          <a:solidFill>
            <a:schemeClr val="accent2">
              <a:lumMod val="20000"/>
              <a:lumOff val="80000"/>
              <a:alpha val="99000"/>
            </a:schemeClr>
          </a:solidFill>
          <a:ln w="5439"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46" name="Freeform: Shape 45"/>
          <p:cNvSpPr/>
          <p:nvPr userDrawn="1"/>
        </p:nvSpPr>
        <p:spPr>
          <a:xfrm>
            <a:off x="7610252" y="1"/>
            <a:ext cx="2273668" cy="3147998"/>
          </a:xfrm>
          <a:custGeom>
            <a:avLst/>
            <a:gdLst>
              <a:gd name="connsiteX0" fmla="*/ 183295 w 2273668"/>
              <a:gd name="connsiteY0" fmla="*/ 0 h 3147998"/>
              <a:gd name="connsiteX1" fmla="*/ 2273668 w 2273668"/>
              <a:gd name="connsiteY1" fmla="*/ 0 h 3147998"/>
              <a:gd name="connsiteX2" fmla="*/ 2273668 w 2273668"/>
              <a:gd name="connsiteY2" fmla="*/ 3147998 h 3147998"/>
              <a:gd name="connsiteX3" fmla="*/ 2096300 w 2273668"/>
              <a:gd name="connsiteY3" fmla="*/ 3147998 h 3147998"/>
              <a:gd name="connsiteX4" fmla="*/ 2033714 w 2273668"/>
              <a:gd name="connsiteY4" fmla="*/ 3144814 h 3147998"/>
              <a:gd name="connsiteX5" fmla="*/ 0 w 2273668"/>
              <a:gd name="connsiteY5" fmla="*/ 886966 h 3147998"/>
              <a:gd name="connsiteX6" fmla="*/ 178732 w 2273668"/>
              <a:gd name="connsiteY6" fmla="*/ 9417 h 314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68" h="3147998">
                <a:moveTo>
                  <a:pt x="183295" y="0"/>
                </a:moveTo>
                <a:lnTo>
                  <a:pt x="2273668" y="0"/>
                </a:lnTo>
                <a:lnTo>
                  <a:pt x="2273668" y="3147998"/>
                </a:lnTo>
                <a:lnTo>
                  <a:pt x="2096300" y="3147998"/>
                </a:lnTo>
                <a:lnTo>
                  <a:pt x="2033714" y="3144814"/>
                </a:lnTo>
                <a:cubicBezTo>
                  <a:pt x="895944" y="3028420"/>
                  <a:pt x="0" y="2060597"/>
                  <a:pt x="0" y="886966"/>
                </a:cubicBezTo>
                <a:cubicBezTo>
                  <a:pt x="0" y="576250"/>
                  <a:pt x="63712" y="279606"/>
                  <a:pt x="178732" y="9417"/>
                </a:cubicBezTo>
                <a:close/>
              </a:path>
            </a:pathLst>
          </a:custGeom>
          <a:solidFill>
            <a:schemeClr val="accent2"/>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43" name="Freeform: Shape 42"/>
          <p:cNvSpPr/>
          <p:nvPr userDrawn="1"/>
        </p:nvSpPr>
        <p:spPr>
          <a:xfrm>
            <a:off x="9883919" y="2"/>
            <a:ext cx="2254928" cy="3141557"/>
          </a:xfrm>
          <a:custGeom>
            <a:avLst/>
            <a:gdLst>
              <a:gd name="connsiteX0" fmla="*/ 0 w 2254928"/>
              <a:gd name="connsiteY0" fmla="*/ 0 h 3141557"/>
              <a:gd name="connsiteX1" fmla="*/ 2080472 w 2254928"/>
              <a:gd name="connsiteY1" fmla="*/ 0 h 3141557"/>
              <a:gd name="connsiteX2" fmla="*/ 2154269 w 2254928"/>
              <a:gd name="connsiteY2" fmla="*/ 202607 h 3141557"/>
              <a:gd name="connsiteX3" fmla="*/ 2254928 w 2254928"/>
              <a:gd name="connsiteY3" fmla="*/ 871976 h 3141557"/>
              <a:gd name="connsiteX4" fmla="*/ 231934 w 2254928"/>
              <a:gd name="connsiteY4" fmla="*/ 3128339 h 3141557"/>
              <a:gd name="connsiteX5" fmla="*/ 19 w 2254928"/>
              <a:gd name="connsiteY5" fmla="*/ 3141557 h 3141557"/>
              <a:gd name="connsiteX6" fmla="*/ 0 w 2254928"/>
              <a:gd name="connsiteY6" fmla="*/ 3141557 h 3141557"/>
              <a:gd name="connsiteX7" fmla="*/ 0 w 2254928"/>
              <a:gd name="connsiteY7" fmla="*/ 2729990 h 3141557"/>
              <a:gd name="connsiteX8" fmla="*/ 0 w 2254928"/>
              <a:gd name="connsiteY8" fmla="*/ 2344136 h 3141557"/>
              <a:gd name="connsiteX9" fmla="*/ 0 w 2254928"/>
              <a:gd name="connsiteY9" fmla="*/ 1983167 h 3141557"/>
              <a:gd name="connsiteX10" fmla="*/ 0 w 2254928"/>
              <a:gd name="connsiteY10" fmla="*/ 1646252 h 3141557"/>
              <a:gd name="connsiteX11" fmla="*/ 0 w 2254928"/>
              <a:gd name="connsiteY11" fmla="*/ 1332565 h 3141557"/>
              <a:gd name="connsiteX12" fmla="*/ 0 w 2254928"/>
              <a:gd name="connsiteY12" fmla="*/ 1041273 h 3141557"/>
              <a:gd name="connsiteX13" fmla="*/ 0 w 2254928"/>
              <a:gd name="connsiteY13" fmla="*/ 771549 h 3141557"/>
              <a:gd name="connsiteX14" fmla="*/ 0 w 2254928"/>
              <a:gd name="connsiteY14" fmla="*/ 522561 h 3141557"/>
              <a:gd name="connsiteX15" fmla="*/ 0 w 2254928"/>
              <a:gd name="connsiteY15" fmla="*/ 293482 h 3141557"/>
              <a:gd name="connsiteX16" fmla="*/ 0 w 2254928"/>
              <a:gd name="connsiteY16" fmla="*/ 83481 h 314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54928" h="3141557">
                <a:moveTo>
                  <a:pt x="0" y="0"/>
                </a:moveTo>
                <a:lnTo>
                  <a:pt x="2080472" y="0"/>
                </a:lnTo>
                <a:lnTo>
                  <a:pt x="2154269" y="202607"/>
                </a:lnTo>
                <a:cubicBezTo>
                  <a:pt x="2219730" y="414134"/>
                  <a:pt x="2254928" y="638939"/>
                  <a:pt x="2254928" y="871976"/>
                </a:cubicBezTo>
                <a:cubicBezTo>
                  <a:pt x="2254928" y="2045607"/>
                  <a:pt x="1374977" y="3005515"/>
                  <a:pt x="231934" y="3128339"/>
                </a:cubicBezTo>
                <a:lnTo>
                  <a:pt x="19" y="3141557"/>
                </a:lnTo>
                <a:lnTo>
                  <a:pt x="0" y="3141557"/>
                </a:lnTo>
                <a:lnTo>
                  <a:pt x="0" y="2729990"/>
                </a:lnTo>
                <a:lnTo>
                  <a:pt x="0" y="2344136"/>
                </a:lnTo>
                <a:lnTo>
                  <a:pt x="0" y="1983167"/>
                </a:lnTo>
                <a:lnTo>
                  <a:pt x="0" y="1646252"/>
                </a:lnTo>
                <a:lnTo>
                  <a:pt x="0" y="1332565"/>
                </a:lnTo>
                <a:lnTo>
                  <a:pt x="0" y="1041273"/>
                </a:lnTo>
                <a:lnTo>
                  <a:pt x="0" y="771549"/>
                </a:lnTo>
                <a:lnTo>
                  <a:pt x="0" y="522561"/>
                </a:lnTo>
                <a:lnTo>
                  <a:pt x="0" y="293482"/>
                </a:lnTo>
                <a:lnTo>
                  <a:pt x="0" y="83481"/>
                </a:lnTo>
                <a:close/>
              </a:path>
            </a:pathLst>
          </a:custGeom>
          <a:solidFill>
            <a:schemeClr val="accent6"/>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49" name="Freeform: Shape 48"/>
          <p:cNvSpPr/>
          <p:nvPr userDrawn="1"/>
        </p:nvSpPr>
        <p:spPr>
          <a:xfrm>
            <a:off x="8395730" y="2"/>
            <a:ext cx="2959203" cy="2352793"/>
          </a:xfrm>
          <a:custGeom>
            <a:avLst/>
            <a:gdLst>
              <a:gd name="connsiteX0" fmla="*/ 289830 w 2959203"/>
              <a:gd name="connsiteY0" fmla="*/ 0 h 2352793"/>
              <a:gd name="connsiteX1" fmla="*/ 2669374 w 2959203"/>
              <a:gd name="connsiteY1" fmla="*/ 0 h 2352793"/>
              <a:gd name="connsiteX2" fmla="*/ 2706511 w 2959203"/>
              <a:gd name="connsiteY2" fmla="*/ 49584 h 2352793"/>
              <a:gd name="connsiteX3" fmla="*/ 2951565 w 2959203"/>
              <a:gd name="connsiteY3" fmla="*/ 724493 h 2352793"/>
              <a:gd name="connsiteX4" fmla="*/ 2959203 w 2959203"/>
              <a:gd name="connsiteY4" fmla="*/ 875514 h 2352793"/>
              <a:gd name="connsiteX5" fmla="*/ 2959203 w 2959203"/>
              <a:gd name="connsiteY5" fmla="*/ 875554 h 2352793"/>
              <a:gd name="connsiteX6" fmla="*/ 2951565 w 2959203"/>
              <a:gd name="connsiteY6" fmla="*/ 1026575 h 2352793"/>
              <a:gd name="connsiteX7" fmla="*/ 1479602 w 2959203"/>
              <a:gd name="connsiteY7" fmla="*/ 2352793 h 2352793"/>
              <a:gd name="connsiteX8" fmla="*/ 0 w 2959203"/>
              <a:gd name="connsiteY8" fmla="*/ 875534 h 2352793"/>
              <a:gd name="connsiteX9" fmla="*/ 252694 w 2959203"/>
              <a:gd name="connsiteY9" fmla="*/ 49584 h 2352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9203" h="2352793">
                <a:moveTo>
                  <a:pt x="289830" y="0"/>
                </a:moveTo>
                <a:lnTo>
                  <a:pt x="2669374" y="0"/>
                </a:lnTo>
                <a:lnTo>
                  <a:pt x="2706511" y="49584"/>
                </a:lnTo>
                <a:cubicBezTo>
                  <a:pt x="2839459" y="246061"/>
                  <a:pt x="2926309" y="476187"/>
                  <a:pt x="2951565" y="724493"/>
                </a:cubicBezTo>
                <a:lnTo>
                  <a:pt x="2959203" y="875514"/>
                </a:lnTo>
                <a:lnTo>
                  <a:pt x="2959203" y="875554"/>
                </a:lnTo>
                <a:lnTo>
                  <a:pt x="2951565" y="1026575"/>
                </a:lnTo>
                <a:cubicBezTo>
                  <a:pt x="2875795" y="1771492"/>
                  <a:pt x="2245691" y="2352793"/>
                  <a:pt x="1479602" y="2352793"/>
                </a:cubicBezTo>
                <a:cubicBezTo>
                  <a:pt x="662440" y="2352793"/>
                  <a:pt x="0" y="1691401"/>
                  <a:pt x="0" y="875534"/>
                </a:cubicBezTo>
                <a:cubicBezTo>
                  <a:pt x="0" y="569583"/>
                  <a:pt x="93156" y="285356"/>
                  <a:pt x="252694" y="49584"/>
                </a:cubicBezTo>
                <a:close/>
              </a:path>
            </a:pathLst>
          </a:custGeom>
          <a:solidFill>
            <a:schemeClr val="bg1"/>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40" name="Freeform: Shape 39"/>
          <p:cNvSpPr/>
          <p:nvPr userDrawn="1"/>
        </p:nvSpPr>
        <p:spPr>
          <a:xfrm>
            <a:off x="1390854" y="3130662"/>
            <a:ext cx="3106248" cy="3748831"/>
          </a:xfrm>
          <a:custGeom>
            <a:avLst/>
            <a:gdLst>
              <a:gd name="connsiteX0" fmla="*/ 0 w 3106248"/>
              <a:gd name="connsiteY0" fmla="*/ 0 h 3748831"/>
              <a:gd name="connsiteX1" fmla="*/ 3106248 w 3106248"/>
              <a:gd name="connsiteY1" fmla="*/ 3748831 h 3748831"/>
              <a:gd name="connsiteX2" fmla="*/ 0 w 3106248"/>
              <a:gd name="connsiteY2" fmla="*/ 3748831 h 3748831"/>
            </a:gdLst>
            <a:ahLst/>
            <a:cxnLst>
              <a:cxn ang="0">
                <a:pos x="connsiteX0" y="connsiteY0"/>
              </a:cxn>
              <a:cxn ang="0">
                <a:pos x="connsiteX1" y="connsiteY1"/>
              </a:cxn>
              <a:cxn ang="0">
                <a:pos x="connsiteX2" y="connsiteY2"/>
              </a:cxn>
            </a:cxnLst>
            <a:rect l="l" t="t" r="r" b="b"/>
            <a:pathLst>
              <a:path w="3106248" h="3748831">
                <a:moveTo>
                  <a:pt x="0" y="0"/>
                </a:moveTo>
                <a:lnTo>
                  <a:pt x="3106248" y="3748831"/>
                </a:lnTo>
                <a:lnTo>
                  <a:pt x="0" y="3748831"/>
                </a:lnTo>
                <a:close/>
              </a:path>
            </a:pathLst>
          </a:custGeom>
          <a:solidFill>
            <a:schemeClr val="accent2">
              <a:alpha val="99000"/>
            </a:schemeClr>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37" name="Freeform: Shape 36"/>
          <p:cNvSpPr/>
          <p:nvPr userDrawn="1"/>
        </p:nvSpPr>
        <p:spPr>
          <a:xfrm>
            <a:off x="0" y="3130661"/>
            <a:ext cx="1400640" cy="3748832"/>
          </a:xfrm>
          <a:custGeom>
            <a:avLst/>
            <a:gdLst>
              <a:gd name="connsiteX0" fmla="*/ 1400640 w 1400640"/>
              <a:gd name="connsiteY0" fmla="*/ 0 h 3748832"/>
              <a:gd name="connsiteX1" fmla="*/ 1400640 w 1400640"/>
              <a:gd name="connsiteY1" fmla="*/ 3748832 h 3748832"/>
              <a:gd name="connsiteX2" fmla="*/ 0 w 1400640"/>
              <a:gd name="connsiteY2" fmla="*/ 3748832 h 3748832"/>
              <a:gd name="connsiteX3" fmla="*/ 0 w 1400640"/>
              <a:gd name="connsiteY3" fmla="*/ 1684743 h 3748832"/>
            </a:gdLst>
            <a:ahLst/>
            <a:cxnLst>
              <a:cxn ang="0">
                <a:pos x="connsiteX0" y="connsiteY0"/>
              </a:cxn>
              <a:cxn ang="0">
                <a:pos x="connsiteX1" y="connsiteY1"/>
              </a:cxn>
              <a:cxn ang="0">
                <a:pos x="connsiteX2" y="connsiteY2"/>
              </a:cxn>
              <a:cxn ang="0">
                <a:pos x="connsiteX3" y="connsiteY3"/>
              </a:cxn>
            </a:cxnLst>
            <a:rect l="l" t="t" r="r" b="b"/>
            <a:pathLst>
              <a:path w="1400640" h="3748832">
                <a:moveTo>
                  <a:pt x="1400640" y="0"/>
                </a:moveTo>
                <a:lnTo>
                  <a:pt x="1400640" y="3748832"/>
                </a:lnTo>
                <a:lnTo>
                  <a:pt x="0" y="3748832"/>
                </a:lnTo>
                <a:lnTo>
                  <a:pt x="0" y="168474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2" name="Title 1"/>
          <p:cNvSpPr>
            <a:spLocks noGrp="1"/>
          </p:cNvSpPr>
          <p:nvPr>
            <p:ph type="title"/>
          </p:nvPr>
        </p:nvSpPr>
        <p:spPr>
          <a:xfrm>
            <a:off x="2895600" y="3776472"/>
            <a:ext cx="6400800" cy="768096"/>
          </a:xfrm>
        </p:spPr>
        <p:txBody>
          <a:bodyPr anchor="t">
            <a:noAutofit/>
          </a:bodyPr>
          <a:lstStyle>
            <a:lvl1pPr>
              <a:lnSpc>
                <a:spcPct val="100000"/>
              </a:lnSpc>
              <a:defRPr sz="4400"/>
            </a:lvl1pPr>
          </a:lstStyle>
          <a:p>
            <a:r>
              <a:rPr lang="en-US"/>
              <a:t>Click to edit Master title style</a:t>
            </a:r>
            <a:endParaRPr lang="en-US" dirty="0"/>
          </a:p>
        </p:txBody>
      </p:sp>
      <p:sp>
        <p:nvSpPr>
          <p:cNvPr id="3" name="Text Placeholder 2"/>
          <p:cNvSpPr>
            <a:spLocks noGrp="1"/>
          </p:cNvSpPr>
          <p:nvPr>
            <p:ph type="body" idx="1"/>
          </p:nvPr>
        </p:nvSpPr>
        <p:spPr>
          <a:xfrm>
            <a:off x="2895600" y="4718304"/>
            <a:ext cx="6400800" cy="512064"/>
          </a:xfrm>
        </p:spPr>
        <p:txBody>
          <a:bodyPr lIns="0" tIns="0" rIns="0" bIns="0">
            <a:noAutofit/>
          </a:bodyPr>
          <a:lstStyle>
            <a:lvl1pPr marL="0" indent="0" algn="ctr">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hart">
    <p:spTree>
      <p:nvGrpSpPr>
        <p:cNvPr id="1" name=""/>
        <p:cNvGrpSpPr/>
        <p:nvPr/>
      </p:nvGrpSpPr>
      <p:grpSpPr>
        <a:xfrm>
          <a:off x="0" y="0"/>
          <a:ext cx="0" cy="0"/>
          <a:chOff x="0" y="0"/>
          <a:chExt cx="0" cy="0"/>
        </a:xfrm>
      </p:grpSpPr>
      <p:sp>
        <p:nvSpPr>
          <p:cNvPr id="30" name="Freeform: Shape 29"/>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539496" y="2103120"/>
            <a:ext cx="11119104" cy="44348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8" name="Freeform: Shape 27"/>
          <p:cNvSpPr/>
          <p:nvPr userDrawn="1"/>
        </p:nvSpPr>
        <p:spPr>
          <a:xfrm>
            <a:off x="9866106" y="0"/>
            <a:ext cx="2325894" cy="2180854"/>
          </a:xfrm>
          <a:custGeom>
            <a:avLst/>
            <a:gdLst>
              <a:gd name="connsiteX0" fmla="*/ 2066927 w 2325894"/>
              <a:gd name="connsiteY0" fmla="*/ 0 h 2180854"/>
              <a:gd name="connsiteX1" fmla="*/ 2098882 w 2325894"/>
              <a:gd name="connsiteY1" fmla="*/ 0 h 2180854"/>
              <a:gd name="connsiteX2" fmla="*/ 2128893 w 2325894"/>
              <a:gd name="connsiteY2" fmla="*/ 44463 h 2180854"/>
              <a:gd name="connsiteX3" fmla="*/ 2269798 w 2325894"/>
              <a:gd name="connsiteY3" fmla="*/ 120493 h 2180854"/>
              <a:gd name="connsiteX4" fmla="*/ 2325894 w 2325894"/>
              <a:gd name="connsiteY4" fmla="*/ 126162 h 2180854"/>
              <a:gd name="connsiteX5" fmla="*/ 2325894 w 2325894"/>
              <a:gd name="connsiteY5" fmla="*/ 149263 h 2180854"/>
              <a:gd name="connsiteX6" fmla="*/ 2265120 w 2325894"/>
              <a:gd name="connsiteY6" fmla="*/ 143117 h 2180854"/>
              <a:gd name="connsiteX7" fmla="*/ 2075647 w 2325894"/>
              <a:gd name="connsiteY7" fmla="*/ 16048 h 2180854"/>
              <a:gd name="connsiteX8" fmla="*/ 1926448 w 2325894"/>
              <a:gd name="connsiteY8" fmla="*/ 0 h 2180854"/>
              <a:gd name="connsiteX9" fmla="*/ 1950522 w 2325894"/>
              <a:gd name="connsiteY9" fmla="*/ 0 h 2180854"/>
              <a:gd name="connsiteX10" fmla="*/ 1952130 w 2325894"/>
              <a:gd name="connsiteY10" fmla="*/ 5167 h 2180854"/>
              <a:gd name="connsiteX11" fmla="*/ 2244242 w 2325894"/>
              <a:gd name="connsiteY11" fmla="*/ 244834 h 2180854"/>
              <a:gd name="connsiteX12" fmla="*/ 2325894 w 2325894"/>
              <a:gd name="connsiteY12" fmla="*/ 253091 h 2180854"/>
              <a:gd name="connsiteX13" fmla="*/ 2325894 w 2325894"/>
              <a:gd name="connsiteY13" fmla="*/ 276192 h 2180854"/>
              <a:gd name="connsiteX14" fmla="*/ 2239598 w 2325894"/>
              <a:gd name="connsiteY14" fmla="*/ 267464 h 2180854"/>
              <a:gd name="connsiteX15" fmla="*/ 1930848 w 2325894"/>
              <a:gd name="connsiteY15" fmla="*/ 14141 h 2180854"/>
              <a:gd name="connsiteX16" fmla="*/ 1794114 w 2325894"/>
              <a:gd name="connsiteY16" fmla="*/ 0 h 2180854"/>
              <a:gd name="connsiteX17" fmla="*/ 1818202 w 2325894"/>
              <a:gd name="connsiteY17" fmla="*/ 0 h 2180854"/>
              <a:gd name="connsiteX18" fmla="*/ 1835170 w 2325894"/>
              <a:gd name="connsiteY18" fmla="*/ 54535 h 2180854"/>
              <a:gd name="connsiteX19" fmla="*/ 2218687 w 2325894"/>
              <a:gd name="connsiteY19" fmla="*/ 369191 h 2180854"/>
              <a:gd name="connsiteX20" fmla="*/ 2325894 w 2325894"/>
              <a:gd name="connsiteY20" fmla="*/ 380032 h 2180854"/>
              <a:gd name="connsiteX21" fmla="*/ 2325894 w 2325894"/>
              <a:gd name="connsiteY21" fmla="*/ 403132 h 2180854"/>
              <a:gd name="connsiteX22" fmla="*/ 2214043 w 2325894"/>
              <a:gd name="connsiteY22" fmla="*/ 391825 h 2180854"/>
              <a:gd name="connsiteX23" fmla="*/ 1813889 w 2325894"/>
              <a:gd name="connsiteY23" fmla="*/ 63559 h 2180854"/>
              <a:gd name="connsiteX24" fmla="*/ 1661683 w 2325894"/>
              <a:gd name="connsiteY24" fmla="*/ 0 h 2180854"/>
              <a:gd name="connsiteX25" fmla="*/ 1685874 w 2325894"/>
              <a:gd name="connsiteY25" fmla="*/ 0 h 2180854"/>
              <a:gd name="connsiteX26" fmla="*/ 1718212 w 2325894"/>
              <a:gd name="connsiteY26" fmla="*/ 103965 h 2180854"/>
              <a:gd name="connsiteX27" fmla="*/ 2193133 w 2325894"/>
              <a:gd name="connsiteY27" fmla="*/ 493659 h 2180854"/>
              <a:gd name="connsiteX28" fmla="*/ 2325894 w 2325894"/>
              <a:gd name="connsiteY28" fmla="*/ 507083 h 2180854"/>
              <a:gd name="connsiteX29" fmla="*/ 2325894 w 2325894"/>
              <a:gd name="connsiteY29" fmla="*/ 530183 h 2180854"/>
              <a:gd name="connsiteX30" fmla="*/ 2188450 w 2325894"/>
              <a:gd name="connsiteY30" fmla="*/ 516288 h 2180854"/>
              <a:gd name="connsiteX31" fmla="*/ 1696817 w 2325894"/>
              <a:gd name="connsiteY31" fmla="*/ 112939 h 2180854"/>
              <a:gd name="connsiteX32" fmla="*/ 1531553 w 2325894"/>
              <a:gd name="connsiteY32" fmla="*/ 0 h 2180854"/>
              <a:gd name="connsiteX33" fmla="*/ 1554659 w 2325894"/>
              <a:gd name="connsiteY33" fmla="*/ 0 h 2180854"/>
              <a:gd name="connsiteX34" fmla="*/ 1555243 w 2325894"/>
              <a:gd name="connsiteY34" fmla="*/ 5776 h 2180854"/>
              <a:gd name="connsiteX35" fmla="*/ 2245588 w 2325894"/>
              <a:gd name="connsiteY35" fmla="*/ 629962 h 2180854"/>
              <a:gd name="connsiteX36" fmla="*/ 2325894 w 2325894"/>
              <a:gd name="connsiteY36" fmla="*/ 634030 h 2180854"/>
              <a:gd name="connsiteX37" fmla="*/ 2325894 w 2325894"/>
              <a:gd name="connsiteY37" fmla="*/ 657131 h 2180854"/>
              <a:gd name="connsiteX38" fmla="*/ 2243214 w 2325894"/>
              <a:gd name="connsiteY38" fmla="*/ 652943 h 2180854"/>
              <a:gd name="connsiteX39" fmla="*/ 1532607 w 2325894"/>
              <a:gd name="connsiteY39" fmla="*/ 10419 h 2180854"/>
              <a:gd name="connsiteX40" fmla="*/ 1404609 w 2325894"/>
              <a:gd name="connsiteY40" fmla="*/ 0 h 2180854"/>
              <a:gd name="connsiteX41" fmla="*/ 1427709 w 2325894"/>
              <a:gd name="connsiteY41" fmla="*/ 0 h 2180854"/>
              <a:gd name="connsiteX42" fmla="*/ 1430873 w 2325894"/>
              <a:gd name="connsiteY42" fmla="*/ 31287 h 2180854"/>
              <a:gd name="connsiteX43" fmla="*/ 2232606 w 2325894"/>
              <a:gd name="connsiteY43" fmla="*/ 756233 h 2180854"/>
              <a:gd name="connsiteX44" fmla="*/ 2325894 w 2325894"/>
              <a:gd name="connsiteY44" fmla="*/ 760959 h 2180854"/>
              <a:gd name="connsiteX45" fmla="*/ 2325894 w 2325894"/>
              <a:gd name="connsiteY45" fmla="*/ 784060 h 2180854"/>
              <a:gd name="connsiteX46" fmla="*/ 2230270 w 2325894"/>
              <a:gd name="connsiteY46" fmla="*/ 779216 h 2180854"/>
              <a:gd name="connsiteX47" fmla="*/ 1408246 w 2325894"/>
              <a:gd name="connsiteY47" fmla="*/ 35964 h 2180854"/>
              <a:gd name="connsiteX48" fmla="*/ 1274343 w 2325894"/>
              <a:gd name="connsiteY48" fmla="*/ 0 h 2180854"/>
              <a:gd name="connsiteX49" fmla="*/ 1300756 w 2325894"/>
              <a:gd name="connsiteY49" fmla="*/ 0 h 2180854"/>
              <a:gd name="connsiteX50" fmla="*/ 1306507 w 2325894"/>
              <a:gd name="connsiteY50" fmla="*/ 56884 h 2180854"/>
              <a:gd name="connsiteX51" fmla="*/ 2219643 w 2325894"/>
              <a:gd name="connsiteY51" fmla="*/ 882640 h 2180854"/>
              <a:gd name="connsiteX52" fmla="*/ 2325894 w 2325894"/>
              <a:gd name="connsiteY52" fmla="*/ 888022 h 2180854"/>
              <a:gd name="connsiteX53" fmla="*/ 2325894 w 2325894"/>
              <a:gd name="connsiteY53" fmla="*/ 911123 h 2180854"/>
              <a:gd name="connsiteX54" fmla="*/ 2217286 w 2325894"/>
              <a:gd name="connsiteY54" fmla="*/ 905621 h 2180854"/>
              <a:gd name="connsiteX55" fmla="*/ 1283761 w 2325894"/>
              <a:gd name="connsiteY55" fmla="*/ 61528 h 2180854"/>
              <a:gd name="connsiteX56" fmla="*/ 1146071 w 2325894"/>
              <a:gd name="connsiteY56" fmla="*/ 0 h 2180854"/>
              <a:gd name="connsiteX57" fmla="*/ 1169414 w 2325894"/>
              <a:gd name="connsiteY57" fmla="*/ 0 h 2180854"/>
              <a:gd name="connsiteX58" fmla="*/ 1182030 w 2325894"/>
              <a:gd name="connsiteY58" fmla="*/ 82429 h 2180854"/>
              <a:gd name="connsiteX59" fmla="*/ 2206679 w 2325894"/>
              <a:gd name="connsiteY59" fmla="*/ 1008912 h 2180854"/>
              <a:gd name="connsiteX60" fmla="*/ 2325894 w 2325894"/>
              <a:gd name="connsiteY60" fmla="*/ 1014951 h 2180854"/>
              <a:gd name="connsiteX61" fmla="*/ 2325894 w 2325894"/>
              <a:gd name="connsiteY61" fmla="*/ 1038052 h 2180854"/>
              <a:gd name="connsiteX62" fmla="*/ 2204323 w 2325894"/>
              <a:gd name="connsiteY62" fmla="*/ 1031893 h 2180854"/>
              <a:gd name="connsiteX63" fmla="*/ 1159398 w 2325894"/>
              <a:gd name="connsiteY63" fmla="*/ 87072 h 2180854"/>
              <a:gd name="connsiteX64" fmla="*/ 1017789 w 2325894"/>
              <a:gd name="connsiteY64" fmla="*/ 0 h 2180854"/>
              <a:gd name="connsiteX65" fmla="*/ 1041132 w 2325894"/>
              <a:gd name="connsiteY65" fmla="*/ 0 h 2180854"/>
              <a:gd name="connsiteX66" fmla="*/ 1057661 w 2325894"/>
              <a:gd name="connsiteY66" fmla="*/ 107992 h 2180854"/>
              <a:gd name="connsiteX67" fmla="*/ 2193716 w 2325894"/>
              <a:gd name="connsiteY67" fmla="*/ 1135208 h 2180854"/>
              <a:gd name="connsiteX68" fmla="*/ 2325894 w 2325894"/>
              <a:gd name="connsiteY68" fmla="*/ 1141903 h 2180854"/>
              <a:gd name="connsiteX69" fmla="*/ 2325894 w 2325894"/>
              <a:gd name="connsiteY69" fmla="*/ 1165004 h 2180854"/>
              <a:gd name="connsiteX70" fmla="*/ 2191361 w 2325894"/>
              <a:gd name="connsiteY70" fmla="*/ 1158189 h 2180854"/>
              <a:gd name="connsiteX71" fmla="*/ 1035029 w 2325894"/>
              <a:gd name="connsiteY71" fmla="*/ 112636 h 2180854"/>
              <a:gd name="connsiteX72" fmla="*/ 889397 w 2325894"/>
              <a:gd name="connsiteY72" fmla="*/ 0 h 2180854"/>
              <a:gd name="connsiteX73" fmla="*/ 912837 w 2325894"/>
              <a:gd name="connsiteY73" fmla="*/ 0 h 2180854"/>
              <a:gd name="connsiteX74" fmla="*/ 933296 w 2325894"/>
              <a:gd name="connsiteY74" fmla="*/ 133667 h 2180854"/>
              <a:gd name="connsiteX75" fmla="*/ 2180754 w 2325894"/>
              <a:gd name="connsiteY75" fmla="*/ 1261608 h 2180854"/>
              <a:gd name="connsiteX76" fmla="*/ 2325894 w 2325894"/>
              <a:gd name="connsiteY76" fmla="*/ 1268960 h 2180854"/>
              <a:gd name="connsiteX77" fmla="*/ 2325894 w 2325894"/>
              <a:gd name="connsiteY77" fmla="*/ 1292061 h 2180854"/>
              <a:gd name="connsiteX78" fmla="*/ 2178378 w 2325894"/>
              <a:gd name="connsiteY78" fmla="*/ 1284588 h 2180854"/>
              <a:gd name="connsiteX79" fmla="*/ 910550 w 2325894"/>
              <a:gd name="connsiteY79" fmla="*/ 138199 h 2180854"/>
              <a:gd name="connsiteX80" fmla="*/ 761929 w 2325894"/>
              <a:gd name="connsiteY80" fmla="*/ 0 h 2180854"/>
              <a:gd name="connsiteX81" fmla="*/ 785032 w 2325894"/>
              <a:gd name="connsiteY81" fmla="*/ 0 h 2180854"/>
              <a:gd name="connsiteX82" fmla="*/ 785312 w 2325894"/>
              <a:gd name="connsiteY82" fmla="*/ 5523 h 2180854"/>
              <a:gd name="connsiteX83" fmla="*/ 2167790 w 2325894"/>
              <a:gd name="connsiteY83" fmla="*/ 1387884 h 2180854"/>
              <a:gd name="connsiteX84" fmla="*/ 2325894 w 2325894"/>
              <a:gd name="connsiteY84" fmla="*/ 1395894 h 2180854"/>
              <a:gd name="connsiteX85" fmla="*/ 2325894 w 2325894"/>
              <a:gd name="connsiteY85" fmla="*/ 1418995 h 2180854"/>
              <a:gd name="connsiteX86" fmla="*/ 2165434 w 2325894"/>
              <a:gd name="connsiteY86" fmla="*/ 1410866 h 2180854"/>
              <a:gd name="connsiteX87" fmla="*/ 762328 w 2325894"/>
              <a:gd name="connsiteY87" fmla="*/ 7877 h 2180854"/>
              <a:gd name="connsiteX88" fmla="*/ 634980 w 2325894"/>
              <a:gd name="connsiteY88" fmla="*/ 0 h 2180854"/>
              <a:gd name="connsiteX89" fmla="*/ 658083 w 2325894"/>
              <a:gd name="connsiteY89" fmla="*/ 0 h 2180854"/>
              <a:gd name="connsiteX90" fmla="*/ 659019 w 2325894"/>
              <a:gd name="connsiteY90" fmla="*/ 18476 h 2180854"/>
              <a:gd name="connsiteX91" fmla="*/ 2154827 w 2325894"/>
              <a:gd name="connsiteY91" fmla="*/ 1514157 h 2180854"/>
              <a:gd name="connsiteX92" fmla="*/ 2325894 w 2325894"/>
              <a:gd name="connsiteY92" fmla="*/ 1522823 h 2180854"/>
              <a:gd name="connsiteX93" fmla="*/ 2325894 w 2325894"/>
              <a:gd name="connsiteY93" fmla="*/ 1545924 h 2180854"/>
              <a:gd name="connsiteX94" fmla="*/ 2152472 w 2325894"/>
              <a:gd name="connsiteY94" fmla="*/ 1537138 h 2180854"/>
              <a:gd name="connsiteX95" fmla="*/ 636036 w 2325894"/>
              <a:gd name="connsiteY95" fmla="*/ 20831 h 2180854"/>
              <a:gd name="connsiteX96" fmla="*/ 507911 w 2325894"/>
              <a:gd name="connsiteY96" fmla="*/ 0 h 2180854"/>
              <a:gd name="connsiteX97" fmla="*/ 531128 w 2325894"/>
              <a:gd name="connsiteY97" fmla="*/ 0 h 2180854"/>
              <a:gd name="connsiteX98" fmla="*/ 532727 w 2325894"/>
              <a:gd name="connsiteY98" fmla="*/ 31559 h 2180854"/>
              <a:gd name="connsiteX99" fmla="*/ 2141864 w 2325894"/>
              <a:gd name="connsiteY99" fmla="*/ 1640562 h 2180854"/>
              <a:gd name="connsiteX100" fmla="*/ 2325894 w 2325894"/>
              <a:gd name="connsiteY100" fmla="*/ 1649885 h 2180854"/>
              <a:gd name="connsiteX101" fmla="*/ 2325894 w 2325894"/>
              <a:gd name="connsiteY101" fmla="*/ 1672981 h 2180854"/>
              <a:gd name="connsiteX102" fmla="*/ 2139488 w 2325894"/>
              <a:gd name="connsiteY102" fmla="*/ 1663539 h 2180854"/>
              <a:gd name="connsiteX103" fmla="*/ 509624 w 2325894"/>
              <a:gd name="connsiteY103" fmla="*/ 33818 h 2180854"/>
              <a:gd name="connsiteX104" fmla="*/ 380961 w 2325894"/>
              <a:gd name="connsiteY104" fmla="*/ 0 h 2180854"/>
              <a:gd name="connsiteX105" fmla="*/ 404065 w 2325894"/>
              <a:gd name="connsiteY105" fmla="*/ 0 h 2180854"/>
              <a:gd name="connsiteX106" fmla="*/ 406316 w 2325894"/>
              <a:gd name="connsiteY106" fmla="*/ 44437 h 2180854"/>
              <a:gd name="connsiteX107" fmla="*/ 2128900 w 2325894"/>
              <a:gd name="connsiteY107" fmla="*/ 1766854 h 2180854"/>
              <a:gd name="connsiteX108" fmla="*/ 2325894 w 2325894"/>
              <a:gd name="connsiteY108" fmla="*/ 1776833 h 2180854"/>
              <a:gd name="connsiteX109" fmla="*/ 2325894 w 2325894"/>
              <a:gd name="connsiteY109" fmla="*/ 1799934 h 2180854"/>
              <a:gd name="connsiteX110" fmla="*/ 2126525 w 2325894"/>
              <a:gd name="connsiteY110" fmla="*/ 1789835 h 2180854"/>
              <a:gd name="connsiteX111" fmla="*/ 383332 w 2325894"/>
              <a:gd name="connsiteY111" fmla="*/ 46792 h 2180854"/>
              <a:gd name="connsiteX112" fmla="*/ 254013 w 2325894"/>
              <a:gd name="connsiteY112" fmla="*/ 0 h 2180854"/>
              <a:gd name="connsiteX113" fmla="*/ 277116 w 2325894"/>
              <a:gd name="connsiteY113" fmla="*/ 0 h 2180854"/>
              <a:gd name="connsiteX114" fmla="*/ 280023 w 2325894"/>
              <a:gd name="connsiteY114" fmla="*/ 57371 h 2180854"/>
              <a:gd name="connsiteX115" fmla="*/ 2115917 w 2325894"/>
              <a:gd name="connsiteY115" fmla="*/ 1893125 h 2180854"/>
              <a:gd name="connsiteX116" fmla="*/ 2325894 w 2325894"/>
              <a:gd name="connsiteY116" fmla="*/ 1903762 h 2180854"/>
              <a:gd name="connsiteX117" fmla="*/ 2325894 w 2325894"/>
              <a:gd name="connsiteY117" fmla="*/ 1926863 h 2180854"/>
              <a:gd name="connsiteX118" fmla="*/ 2113563 w 2325894"/>
              <a:gd name="connsiteY118" fmla="*/ 1916107 h 2180854"/>
              <a:gd name="connsiteX119" fmla="*/ 257040 w 2325894"/>
              <a:gd name="connsiteY119" fmla="*/ 59745 h 2180854"/>
              <a:gd name="connsiteX120" fmla="*/ 126949 w 2325894"/>
              <a:gd name="connsiteY120" fmla="*/ 0 h 2180854"/>
              <a:gd name="connsiteX121" fmla="*/ 150160 w 2325894"/>
              <a:gd name="connsiteY121" fmla="*/ 0 h 2180854"/>
              <a:gd name="connsiteX122" fmla="*/ 153729 w 2325894"/>
              <a:gd name="connsiteY122" fmla="*/ 70454 h 2180854"/>
              <a:gd name="connsiteX123" fmla="*/ 2102955 w 2325894"/>
              <a:gd name="connsiteY123" fmla="*/ 2019530 h 2180854"/>
              <a:gd name="connsiteX124" fmla="*/ 2325894 w 2325894"/>
              <a:gd name="connsiteY124" fmla="*/ 2030824 h 2180854"/>
              <a:gd name="connsiteX125" fmla="*/ 2325894 w 2325894"/>
              <a:gd name="connsiteY125" fmla="*/ 2053925 h 2180854"/>
              <a:gd name="connsiteX126" fmla="*/ 2100598 w 2325894"/>
              <a:gd name="connsiteY126" fmla="*/ 2042512 h 2180854"/>
              <a:gd name="connsiteX127" fmla="*/ 130633 w 2325894"/>
              <a:gd name="connsiteY127" fmla="*/ 72714 h 2180854"/>
              <a:gd name="connsiteX128" fmla="*/ 0 w 2325894"/>
              <a:gd name="connsiteY128" fmla="*/ 0 h 2180854"/>
              <a:gd name="connsiteX129" fmla="*/ 23103 w 2325894"/>
              <a:gd name="connsiteY129" fmla="*/ 0 h 2180854"/>
              <a:gd name="connsiteX130" fmla="*/ 27324 w 2325894"/>
              <a:gd name="connsiteY130" fmla="*/ 83311 h 2180854"/>
              <a:gd name="connsiteX131" fmla="*/ 2089991 w 2325894"/>
              <a:gd name="connsiteY131" fmla="*/ 2145803 h 2180854"/>
              <a:gd name="connsiteX132" fmla="*/ 2325894 w 2325894"/>
              <a:gd name="connsiteY132" fmla="*/ 2157753 h 2180854"/>
              <a:gd name="connsiteX133" fmla="*/ 2325894 w 2325894"/>
              <a:gd name="connsiteY133" fmla="*/ 2180854 h 2180854"/>
              <a:gd name="connsiteX134" fmla="*/ 2087636 w 2325894"/>
              <a:gd name="connsiteY134" fmla="*/ 2168784 h 2180854"/>
              <a:gd name="connsiteX135" fmla="*/ 4341 w 2325894"/>
              <a:gd name="connsiteY135" fmla="*/ 85667 h 218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2325894" h="2180854">
                <a:moveTo>
                  <a:pt x="2066927" y="0"/>
                </a:moveTo>
                <a:lnTo>
                  <a:pt x="2098882" y="0"/>
                </a:lnTo>
                <a:lnTo>
                  <a:pt x="2128893" y="44463"/>
                </a:lnTo>
                <a:cubicBezTo>
                  <a:pt x="2166753" y="82308"/>
                  <a:pt x="2215417" y="109341"/>
                  <a:pt x="2269798" y="120493"/>
                </a:cubicBezTo>
                <a:lnTo>
                  <a:pt x="2325894" y="126162"/>
                </a:lnTo>
                <a:lnTo>
                  <a:pt x="2325894" y="149263"/>
                </a:lnTo>
                <a:lnTo>
                  <a:pt x="2265120" y="143117"/>
                </a:lnTo>
                <a:cubicBezTo>
                  <a:pt x="2186576" y="127002"/>
                  <a:pt x="2119077" y="80290"/>
                  <a:pt x="2075647" y="16048"/>
                </a:cubicBezTo>
                <a:close/>
                <a:moveTo>
                  <a:pt x="1926448" y="0"/>
                </a:moveTo>
                <a:lnTo>
                  <a:pt x="1950522" y="0"/>
                </a:lnTo>
                <a:lnTo>
                  <a:pt x="1952130" y="5167"/>
                </a:lnTo>
                <a:cubicBezTo>
                  <a:pt x="2003529" y="126455"/>
                  <a:pt x="2112323" y="217766"/>
                  <a:pt x="2244242" y="244834"/>
                </a:cubicBezTo>
                <a:lnTo>
                  <a:pt x="2325894" y="253091"/>
                </a:lnTo>
                <a:lnTo>
                  <a:pt x="2325894" y="276192"/>
                </a:lnTo>
                <a:lnTo>
                  <a:pt x="2239598" y="267464"/>
                </a:lnTo>
                <a:cubicBezTo>
                  <a:pt x="2100173" y="238852"/>
                  <a:pt x="1985178" y="142334"/>
                  <a:pt x="1930848" y="14141"/>
                </a:cubicBezTo>
                <a:close/>
                <a:moveTo>
                  <a:pt x="1794114" y="0"/>
                </a:moveTo>
                <a:lnTo>
                  <a:pt x="1818202" y="0"/>
                </a:lnTo>
                <a:lnTo>
                  <a:pt x="1835170" y="54535"/>
                </a:lnTo>
                <a:cubicBezTo>
                  <a:pt x="1902650" y="213778"/>
                  <a:pt x="2045483" y="333656"/>
                  <a:pt x="2218687" y="369191"/>
                </a:cubicBezTo>
                <a:lnTo>
                  <a:pt x="2325894" y="380032"/>
                </a:lnTo>
                <a:lnTo>
                  <a:pt x="2325894" y="403132"/>
                </a:lnTo>
                <a:lnTo>
                  <a:pt x="2214043" y="391825"/>
                </a:lnTo>
                <a:cubicBezTo>
                  <a:pt x="2033333" y="354761"/>
                  <a:pt x="1884299" y="229720"/>
                  <a:pt x="1813889" y="63559"/>
                </a:cubicBezTo>
                <a:close/>
                <a:moveTo>
                  <a:pt x="1661683" y="0"/>
                </a:moveTo>
                <a:lnTo>
                  <a:pt x="1685874" y="0"/>
                </a:lnTo>
                <a:lnTo>
                  <a:pt x="1718212" y="103965"/>
                </a:lnTo>
                <a:cubicBezTo>
                  <a:pt x="1801772" y="301203"/>
                  <a:pt x="1978643" y="449654"/>
                  <a:pt x="2193133" y="493659"/>
                </a:cubicBezTo>
                <a:lnTo>
                  <a:pt x="2325894" y="507083"/>
                </a:lnTo>
                <a:lnTo>
                  <a:pt x="2325894" y="530183"/>
                </a:lnTo>
                <a:lnTo>
                  <a:pt x="2188450" y="516288"/>
                </a:lnTo>
                <a:cubicBezTo>
                  <a:pt x="1966399" y="470740"/>
                  <a:pt x="1783312" y="317082"/>
                  <a:pt x="1696817" y="112939"/>
                </a:cubicBezTo>
                <a:close/>
                <a:moveTo>
                  <a:pt x="1531553" y="0"/>
                </a:moveTo>
                <a:lnTo>
                  <a:pt x="1554659" y="0"/>
                </a:lnTo>
                <a:lnTo>
                  <a:pt x="1555243" y="5776"/>
                </a:lnTo>
                <a:cubicBezTo>
                  <a:pt x="1623483" y="338327"/>
                  <a:pt x="1902268" y="594992"/>
                  <a:pt x="2245588" y="629962"/>
                </a:cubicBezTo>
                <a:lnTo>
                  <a:pt x="2325894" y="634030"/>
                </a:lnTo>
                <a:lnTo>
                  <a:pt x="2325894" y="657131"/>
                </a:lnTo>
                <a:lnTo>
                  <a:pt x="2243214" y="652943"/>
                </a:lnTo>
                <a:cubicBezTo>
                  <a:pt x="1889750" y="616944"/>
                  <a:pt x="1602834" y="352727"/>
                  <a:pt x="1532607" y="10419"/>
                </a:cubicBezTo>
                <a:close/>
                <a:moveTo>
                  <a:pt x="1404609" y="0"/>
                </a:moveTo>
                <a:lnTo>
                  <a:pt x="1427709" y="0"/>
                </a:lnTo>
                <a:lnTo>
                  <a:pt x="1430873" y="31287"/>
                </a:lnTo>
                <a:cubicBezTo>
                  <a:pt x="1510102" y="417452"/>
                  <a:pt x="1833798" y="715609"/>
                  <a:pt x="2232606" y="756233"/>
                </a:cubicBezTo>
                <a:lnTo>
                  <a:pt x="2325894" y="760959"/>
                </a:lnTo>
                <a:lnTo>
                  <a:pt x="2325894" y="784060"/>
                </a:lnTo>
                <a:lnTo>
                  <a:pt x="2230270" y="779216"/>
                </a:lnTo>
                <a:cubicBezTo>
                  <a:pt x="1821463" y="737574"/>
                  <a:pt x="1489501" y="431938"/>
                  <a:pt x="1408246" y="35964"/>
                </a:cubicBezTo>
                <a:close/>
                <a:moveTo>
                  <a:pt x="1274343" y="0"/>
                </a:moveTo>
                <a:lnTo>
                  <a:pt x="1300756" y="0"/>
                </a:lnTo>
                <a:lnTo>
                  <a:pt x="1306507" y="56884"/>
                </a:lnTo>
                <a:cubicBezTo>
                  <a:pt x="1396745" y="496788"/>
                  <a:pt x="1765420" y="836372"/>
                  <a:pt x="2219643" y="882640"/>
                </a:cubicBezTo>
                <a:lnTo>
                  <a:pt x="2325894" y="888022"/>
                </a:lnTo>
                <a:lnTo>
                  <a:pt x="2325894" y="911123"/>
                </a:lnTo>
                <a:lnTo>
                  <a:pt x="2217286" y="905621"/>
                </a:lnTo>
                <a:cubicBezTo>
                  <a:pt x="1752979" y="858324"/>
                  <a:pt x="1376027" y="511189"/>
                  <a:pt x="1283761" y="61528"/>
                </a:cubicBezTo>
                <a:close/>
                <a:moveTo>
                  <a:pt x="1146071" y="0"/>
                </a:moveTo>
                <a:lnTo>
                  <a:pt x="1169414" y="0"/>
                </a:lnTo>
                <a:lnTo>
                  <a:pt x="1182030" y="82429"/>
                </a:lnTo>
                <a:cubicBezTo>
                  <a:pt x="1283296" y="576000"/>
                  <a:pt x="1697029" y="957001"/>
                  <a:pt x="2206679" y="1008912"/>
                </a:cubicBezTo>
                <a:lnTo>
                  <a:pt x="2325894" y="1014951"/>
                </a:lnTo>
                <a:lnTo>
                  <a:pt x="2325894" y="1038052"/>
                </a:lnTo>
                <a:lnTo>
                  <a:pt x="2204323" y="1031893"/>
                </a:lnTo>
                <a:cubicBezTo>
                  <a:pt x="1684600" y="978953"/>
                  <a:pt x="1262670" y="590398"/>
                  <a:pt x="1159398" y="87072"/>
                </a:cubicBezTo>
                <a:close/>
                <a:moveTo>
                  <a:pt x="1017789" y="0"/>
                </a:moveTo>
                <a:lnTo>
                  <a:pt x="1041132" y="0"/>
                </a:lnTo>
                <a:lnTo>
                  <a:pt x="1057661" y="107992"/>
                </a:lnTo>
                <a:cubicBezTo>
                  <a:pt x="1169939" y="655229"/>
                  <a:pt x="1628650" y="1077653"/>
                  <a:pt x="2193716" y="1135208"/>
                </a:cubicBezTo>
                <a:lnTo>
                  <a:pt x="2325894" y="1141903"/>
                </a:lnTo>
                <a:lnTo>
                  <a:pt x="2325894" y="1165004"/>
                </a:lnTo>
                <a:lnTo>
                  <a:pt x="2191361" y="1158189"/>
                </a:lnTo>
                <a:cubicBezTo>
                  <a:pt x="1616222" y="1099606"/>
                  <a:pt x="1149313" y="669630"/>
                  <a:pt x="1035029" y="112636"/>
                </a:cubicBezTo>
                <a:close/>
                <a:moveTo>
                  <a:pt x="889397" y="0"/>
                </a:moveTo>
                <a:lnTo>
                  <a:pt x="912837" y="0"/>
                </a:lnTo>
                <a:lnTo>
                  <a:pt x="933296" y="133667"/>
                </a:lnTo>
                <a:cubicBezTo>
                  <a:pt x="1056582" y="734570"/>
                  <a:pt x="1560272" y="1198411"/>
                  <a:pt x="2180754" y="1261608"/>
                </a:cubicBezTo>
                <a:lnTo>
                  <a:pt x="2325894" y="1268960"/>
                </a:lnTo>
                <a:lnTo>
                  <a:pt x="2325894" y="1292061"/>
                </a:lnTo>
                <a:lnTo>
                  <a:pt x="2178378" y="1284588"/>
                </a:lnTo>
                <a:cubicBezTo>
                  <a:pt x="1547742" y="1220351"/>
                  <a:pt x="1035844" y="748879"/>
                  <a:pt x="910550" y="138199"/>
                </a:cubicBezTo>
                <a:close/>
                <a:moveTo>
                  <a:pt x="761929" y="0"/>
                </a:moveTo>
                <a:lnTo>
                  <a:pt x="785032" y="0"/>
                </a:lnTo>
                <a:lnTo>
                  <a:pt x="785312" y="5523"/>
                </a:lnTo>
                <a:cubicBezTo>
                  <a:pt x="859466" y="733364"/>
                  <a:pt x="1439889" y="1313736"/>
                  <a:pt x="2167790" y="1387884"/>
                </a:cubicBezTo>
                <a:lnTo>
                  <a:pt x="2325894" y="1395894"/>
                </a:lnTo>
                <a:lnTo>
                  <a:pt x="2325894" y="1418995"/>
                </a:lnTo>
                <a:lnTo>
                  <a:pt x="2165434" y="1410866"/>
                </a:lnTo>
                <a:cubicBezTo>
                  <a:pt x="1426685" y="1335609"/>
                  <a:pt x="837591" y="746563"/>
                  <a:pt x="762328" y="7877"/>
                </a:cubicBezTo>
                <a:close/>
                <a:moveTo>
                  <a:pt x="634980" y="0"/>
                </a:moveTo>
                <a:lnTo>
                  <a:pt x="658083" y="0"/>
                </a:lnTo>
                <a:lnTo>
                  <a:pt x="659019" y="18476"/>
                </a:lnTo>
                <a:cubicBezTo>
                  <a:pt x="739252" y="805990"/>
                  <a:pt x="1367247" y="1433931"/>
                  <a:pt x="2154827" y="1514157"/>
                </a:cubicBezTo>
                <a:lnTo>
                  <a:pt x="2325894" y="1522823"/>
                </a:lnTo>
                <a:lnTo>
                  <a:pt x="2325894" y="1545924"/>
                </a:lnTo>
                <a:lnTo>
                  <a:pt x="2152472" y="1537138"/>
                </a:lnTo>
                <a:cubicBezTo>
                  <a:pt x="1354048" y="1455804"/>
                  <a:pt x="717377" y="819188"/>
                  <a:pt x="636036" y="20831"/>
                </a:cubicBezTo>
                <a:close/>
                <a:moveTo>
                  <a:pt x="507911" y="0"/>
                </a:moveTo>
                <a:lnTo>
                  <a:pt x="531128" y="0"/>
                </a:lnTo>
                <a:lnTo>
                  <a:pt x="532727" y="31559"/>
                </a:lnTo>
                <a:cubicBezTo>
                  <a:pt x="619037" y="878744"/>
                  <a:pt x="1294606" y="1554259"/>
                  <a:pt x="2141864" y="1640562"/>
                </a:cubicBezTo>
                <a:lnTo>
                  <a:pt x="2325894" y="1649885"/>
                </a:lnTo>
                <a:lnTo>
                  <a:pt x="2325894" y="1672981"/>
                </a:lnTo>
                <a:lnTo>
                  <a:pt x="2139488" y="1663539"/>
                </a:lnTo>
                <a:cubicBezTo>
                  <a:pt x="1281294" y="1576127"/>
                  <a:pt x="597044" y="891939"/>
                  <a:pt x="509624" y="33818"/>
                </a:cubicBezTo>
                <a:close/>
                <a:moveTo>
                  <a:pt x="380961" y="0"/>
                </a:moveTo>
                <a:lnTo>
                  <a:pt x="404065" y="0"/>
                </a:lnTo>
                <a:lnTo>
                  <a:pt x="406316" y="44437"/>
                </a:lnTo>
                <a:cubicBezTo>
                  <a:pt x="498717" y="951387"/>
                  <a:pt x="1221951" y="1674473"/>
                  <a:pt x="2128900" y="1766854"/>
                </a:cubicBezTo>
                <a:lnTo>
                  <a:pt x="2325894" y="1776833"/>
                </a:lnTo>
                <a:lnTo>
                  <a:pt x="2325894" y="1799934"/>
                </a:lnTo>
                <a:lnTo>
                  <a:pt x="2126525" y="1789835"/>
                </a:lnTo>
                <a:cubicBezTo>
                  <a:pt x="1208653" y="1696346"/>
                  <a:pt x="476829" y="964585"/>
                  <a:pt x="383332" y="46792"/>
                </a:cubicBezTo>
                <a:close/>
                <a:moveTo>
                  <a:pt x="254013" y="0"/>
                </a:moveTo>
                <a:lnTo>
                  <a:pt x="277116" y="0"/>
                </a:lnTo>
                <a:lnTo>
                  <a:pt x="280023" y="57371"/>
                </a:lnTo>
                <a:cubicBezTo>
                  <a:pt x="378489" y="1023914"/>
                  <a:pt x="1149211" y="1794655"/>
                  <a:pt x="2115917" y="1893125"/>
                </a:cubicBezTo>
                <a:lnTo>
                  <a:pt x="2325894" y="1903762"/>
                </a:lnTo>
                <a:lnTo>
                  <a:pt x="2325894" y="1926863"/>
                </a:lnTo>
                <a:lnTo>
                  <a:pt x="2113563" y="1916107"/>
                </a:lnTo>
                <a:cubicBezTo>
                  <a:pt x="1136012" y="1816541"/>
                  <a:pt x="356615" y="1037211"/>
                  <a:pt x="257040" y="59745"/>
                </a:cubicBezTo>
                <a:close/>
                <a:moveTo>
                  <a:pt x="126949" y="0"/>
                </a:moveTo>
                <a:lnTo>
                  <a:pt x="150160" y="0"/>
                </a:lnTo>
                <a:lnTo>
                  <a:pt x="153729" y="70454"/>
                </a:lnTo>
                <a:cubicBezTo>
                  <a:pt x="258274" y="1096671"/>
                  <a:pt x="1076570" y="1914983"/>
                  <a:pt x="2102955" y="2019530"/>
                </a:cubicBezTo>
                <a:lnTo>
                  <a:pt x="2325894" y="2030824"/>
                </a:lnTo>
                <a:lnTo>
                  <a:pt x="2325894" y="2053925"/>
                </a:lnTo>
                <a:lnTo>
                  <a:pt x="2100598" y="2042512"/>
                </a:lnTo>
                <a:cubicBezTo>
                  <a:pt x="1063358" y="1936856"/>
                  <a:pt x="236298" y="1109866"/>
                  <a:pt x="130633" y="72714"/>
                </a:cubicBezTo>
                <a:close/>
                <a:moveTo>
                  <a:pt x="0" y="0"/>
                </a:moveTo>
                <a:lnTo>
                  <a:pt x="23103" y="0"/>
                </a:lnTo>
                <a:lnTo>
                  <a:pt x="27324" y="83311"/>
                </a:lnTo>
                <a:cubicBezTo>
                  <a:pt x="137958" y="1169290"/>
                  <a:pt x="1003916" y="2035178"/>
                  <a:pt x="2089991" y="2145803"/>
                </a:cubicBezTo>
                <a:lnTo>
                  <a:pt x="2325894" y="2157753"/>
                </a:lnTo>
                <a:lnTo>
                  <a:pt x="2325894" y="2180854"/>
                </a:lnTo>
                <a:lnTo>
                  <a:pt x="2087636" y="2168784"/>
                </a:lnTo>
                <a:cubicBezTo>
                  <a:pt x="990717" y="2057051"/>
                  <a:pt x="116084" y="1182492"/>
                  <a:pt x="4341" y="85667"/>
                </a:cubicBezTo>
                <a:close/>
              </a:path>
            </a:pathLst>
          </a:custGeom>
          <a:solidFill>
            <a:srgbClr val="E6F0FE"/>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755904" y="2825496"/>
            <a:ext cx="10680192" cy="28346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4389120" y="2395728"/>
            <a:ext cx="7013448" cy="1627632"/>
          </a:xfrm>
        </p:spPr>
        <p:txBody>
          <a:bodyPr lIns="0" tIns="0" rIns="0" bIns="0">
            <a:noAutofit/>
          </a:bodyPr>
          <a:lstStyle>
            <a:lvl1pPr algn="l">
              <a:lnSpc>
                <a:spcPct val="100000"/>
              </a:lnSpc>
              <a:defRPr sz="3300" b="1">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57" name="Text Placeholder 54"/>
          <p:cNvSpPr>
            <a:spLocks noGrp="1"/>
          </p:cNvSpPr>
          <p:nvPr>
            <p:ph type="body" sz="quarter" idx="15" hasCustomPrompt="1"/>
          </p:nvPr>
        </p:nvSpPr>
        <p:spPr>
          <a:xfrm>
            <a:off x="3611880" y="1984248"/>
            <a:ext cx="768096" cy="1627632"/>
          </a:xfrm>
        </p:spPr>
        <p:txBody>
          <a:bodyPr lIns="91440" tIns="45720" rIns="91440" bIns="54864">
            <a:noAutofit/>
          </a:bodyPr>
          <a:lstStyle>
            <a:lvl1pPr marL="0" indent="0">
              <a:buNone/>
              <a:defRPr sz="10000" b="1"/>
            </a:lvl1pPr>
          </a:lstStyle>
          <a:p>
            <a:pPr lvl="0"/>
            <a:r>
              <a:rPr lang="en-US" dirty="0"/>
              <a:t>“</a:t>
            </a:r>
            <a:endParaRPr lang="en-US" dirty="0"/>
          </a:p>
        </p:txBody>
      </p:sp>
      <p:sp>
        <p:nvSpPr>
          <p:cNvPr id="55" name="Text Placeholder 54"/>
          <p:cNvSpPr>
            <a:spLocks noGrp="1"/>
          </p:cNvSpPr>
          <p:nvPr>
            <p:ph type="body" sz="quarter" idx="13"/>
          </p:nvPr>
        </p:nvSpPr>
        <p:spPr>
          <a:xfrm>
            <a:off x="4389120" y="4308475"/>
            <a:ext cx="3932238" cy="588963"/>
          </a:xfrm>
        </p:spPr>
        <p:txBody>
          <a:bodyPr lIns="0" tIns="0" rIns="0" bIns="0">
            <a:noAutofit/>
          </a:bodyPr>
          <a:lstStyle>
            <a:lvl1pPr marL="0" indent="0">
              <a:buNone/>
              <a:defRPr sz="2400"/>
            </a:lvl1pPr>
          </a:lstStyle>
          <a:p>
            <a:pPr lvl="0"/>
            <a:r>
              <a:rPr lang="en-US"/>
              <a:t>Click to edit Master text styles</a:t>
            </a:r>
            <a:endParaRPr lang="en-US"/>
          </a:p>
        </p:txBody>
      </p:sp>
      <p:sp>
        <p:nvSpPr>
          <p:cNvPr id="56" name="Text Placeholder 54"/>
          <p:cNvSpPr>
            <a:spLocks noGrp="1"/>
          </p:cNvSpPr>
          <p:nvPr>
            <p:ph type="body" sz="quarter" idx="14" hasCustomPrompt="1"/>
          </p:nvPr>
        </p:nvSpPr>
        <p:spPr>
          <a:xfrm>
            <a:off x="9500616" y="3209544"/>
            <a:ext cx="768096" cy="1627632"/>
          </a:xfrm>
        </p:spPr>
        <p:txBody>
          <a:bodyPr lIns="91440" tIns="45720" rIns="91440" bIns="54864">
            <a:noAutofit/>
          </a:bodyPr>
          <a:lstStyle>
            <a:lvl1pPr marL="0" indent="0">
              <a:buNone/>
              <a:defRPr sz="10000" b="1"/>
            </a:lvl1pPr>
          </a:lstStyle>
          <a:p>
            <a:pPr lvl="0"/>
            <a:r>
              <a:rPr lang="en-US" dirty="0"/>
              <a:t>”</a:t>
            </a:r>
            <a:endParaRPr lang="en-US" dirty="0"/>
          </a:p>
        </p:txBody>
      </p:sp>
      <p:sp>
        <p:nvSpPr>
          <p:cNvPr id="32" name="Image 1" descr="preencoded.png"/>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33" name="Image 4" descr="preencoded.png"/>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solidFill>
          <a:ln w="7052" cap="flat">
            <a:noFill/>
            <a:prstDash val="solid"/>
            <a:miter/>
          </a:ln>
        </p:spPr>
        <p:txBody>
          <a:bodyPr rtlCol="0" anchor="ctr">
            <a:noAutofit/>
          </a:bodyPr>
          <a:lstStyle/>
          <a:p>
            <a:endParaRPr lang="en-US" dirty="0"/>
          </a:p>
        </p:txBody>
      </p:sp>
      <p:sp>
        <p:nvSpPr>
          <p:cNvPr id="29" name="Freeform 70"/>
          <p:cNvSpPr/>
          <p:nvPr userDrawn="1"/>
        </p:nvSpPr>
        <p:spPr bwMode="auto">
          <a:xfrm flipH="1">
            <a:off x="2535251"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solidFill>
          <a:ln>
            <a:noFill/>
          </a:ln>
        </p:spPr>
        <p:txBody>
          <a:bodyPr vert="horz" wrap="square" lIns="91440" tIns="45720" rIns="91440" bIns="45720" numCol="1" anchor="t" anchorCtr="0" compatLnSpc="1">
            <a:noAutofit/>
          </a:bodyPr>
          <a:lstStyle/>
          <a:p>
            <a:endParaRPr lang="en-US" dirty="0"/>
          </a:p>
        </p:txBody>
      </p:sp>
      <p:sp>
        <p:nvSpPr>
          <p:cNvPr id="31" name="Freeform 70"/>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noAutofit/>
          </a:bodyPr>
          <a:lstStyle/>
          <a:p>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7" name="Rectangle 6"/>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noAutofit/>
          </a:bodyPr>
          <a:lstStyle/>
          <a:p>
            <a:r>
              <a:rPr lang="en-US"/>
              <a:t>Presentation title</a:t>
            </a:r>
            <a:endParaRPr lang="en-US" dirty="0"/>
          </a:p>
        </p:txBody>
      </p:sp>
      <p:sp>
        <p:nvSpPr>
          <p:cNvPr id="5" name="Slide Number Placeholder 4"/>
          <p:cNvSpPr>
            <a:spLocks noGrp="1"/>
          </p:cNvSpPr>
          <p:nvPr>
            <p:ph type="sldNum" sz="quarter" idx="12"/>
          </p:nvPr>
        </p:nvSpPr>
        <p:spPr/>
        <p:txBody>
          <a:bodyPr>
            <a:noAutofit/>
          </a:bodyPr>
          <a:lstStyle/>
          <a:p>
            <a:fld id="{48F63A3B-78C7-47BE-AE5E-E10140E04643}" type="slidenum">
              <a:rPr lang="en-US" smtClean="0"/>
            </a:fld>
            <a:endParaRPr lang="en-US" dirty="0"/>
          </a:p>
        </p:txBody>
      </p:sp>
      <p:sp>
        <p:nvSpPr>
          <p:cNvPr id="17" name="Picture Placeholder 16"/>
          <p:cNvSpPr>
            <a:spLocks noGrp="1"/>
          </p:cNvSpPr>
          <p:nvPr>
            <p:ph type="pic" sz="quarter" idx="13"/>
          </p:nvPr>
        </p:nvSpPr>
        <p:spPr>
          <a:xfrm>
            <a:off x="758905" y="2392023"/>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p:cNvSpPr>
            <a:spLocks noGrp="1"/>
          </p:cNvSpPr>
          <p:nvPr>
            <p:ph type="body" sz="quarter" idx="14" hasCustomPrompt="1"/>
          </p:nvPr>
        </p:nvSpPr>
        <p:spPr>
          <a:xfrm>
            <a:off x="758905" y="4989515"/>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21" name="Text Placeholder 20"/>
          <p:cNvSpPr>
            <a:spLocks noGrp="1"/>
          </p:cNvSpPr>
          <p:nvPr>
            <p:ph type="body" sz="quarter" idx="15" hasCustomPrompt="1"/>
          </p:nvPr>
        </p:nvSpPr>
        <p:spPr>
          <a:xfrm>
            <a:off x="916885" y="5599755"/>
            <a:ext cx="2283472" cy="365125"/>
          </a:xfrm>
        </p:spPr>
        <p:txBody>
          <a:bodyPr anchor="ctr">
            <a:noAutofit/>
          </a:bodyPr>
          <a:lstStyle>
            <a:lvl1pPr marL="0" indent="0" algn="ctr">
              <a:buNone/>
              <a:defRPr sz="1400"/>
            </a:lvl1pPr>
          </a:lstStyle>
          <a:p>
            <a:pPr lvl="0"/>
            <a:r>
              <a:rPr lang="en-US" dirty="0"/>
              <a:t>Title</a:t>
            </a:r>
            <a:endParaRPr lang="en-US" dirty="0"/>
          </a:p>
        </p:txBody>
      </p:sp>
      <p:sp>
        <p:nvSpPr>
          <p:cNvPr id="23" name="Picture Placeholder 16"/>
          <p:cNvSpPr>
            <a:spLocks noGrp="1"/>
          </p:cNvSpPr>
          <p:nvPr>
            <p:ph type="pic" sz="quarter" idx="17"/>
          </p:nvPr>
        </p:nvSpPr>
        <p:spPr>
          <a:xfrm>
            <a:off x="3517361" y="2392619"/>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p:cNvSpPr>
            <a:spLocks noGrp="1"/>
          </p:cNvSpPr>
          <p:nvPr>
            <p:ph type="body" sz="quarter" idx="16" hasCustomPrompt="1"/>
          </p:nvPr>
        </p:nvSpPr>
        <p:spPr>
          <a:xfrm>
            <a:off x="3516747" y="4990111"/>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24" name="Text Placeholder 20"/>
          <p:cNvSpPr>
            <a:spLocks noGrp="1"/>
          </p:cNvSpPr>
          <p:nvPr>
            <p:ph type="body" sz="quarter" idx="18" hasCustomPrompt="1"/>
          </p:nvPr>
        </p:nvSpPr>
        <p:spPr>
          <a:xfrm>
            <a:off x="3674073" y="5600351"/>
            <a:ext cx="2283472" cy="365125"/>
          </a:xfrm>
        </p:spPr>
        <p:txBody>
          <a:bodyPr anchor="ctr">
            <a:noAutofit/>
          </a:bodyPr>
          <a:lstStyle>
            <a:lvl1pPr marL="0" indent="0" algn="ctr">
              <a:buNone/>
              <a:defRPr sz="1400"/>
            </a:lvl1pPr>
          </a:lstStyle>
          <a:p>
            <a:pPr lvl="0"/>
            <a:r>
              <a:rPr lang="en-US" dirty="0"/>
              <a:t>Title</a:t>
            </a:r>
            <a:endParaRPr lang="en-US" dirty="0"/>
          </a:p>
        </p:txBody>
      </p:sp>
      <p:sp>
        <p:nvSpPr>
          <p:cNvPr id="26" name="Picture Placeholder 16"/>
          <p:cNvSpPr>
            <a:spLocks noGrp="1"/>
          </p:cNvSpPr>
          <p:nvPr>
            <p:ph type="pic" sz="quarter" idx="20"/>
          </p:nvPr>
        </p:nvSpPr>
        <p:spPr>
          <a:xfrm>
            <a:off x="6275817"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p:cNvSpPr>
            <a:spLocks noGrp="1"/>
          </p:cNvSpPr>
          <p:nvPr>
            <p:ph type="body" sz="quarter" idx="19" hasCustomPrompt="1"/>
          </p:nvPr>
        </p:nvSpPr>
        <p:spPr>
          <a:xfrm>
            <a:off x="6274589"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27" name="Text Placeholder 20"/>
          <p:cNvSpPr>
            <a:spLocks noGrp="1"/>
          </p:cNvSpPr>
          <p:nvPr>
            <p:ph type="body" sz="quarter" idx="21" hasCustomPrompt="1"/>
          </p:nvPr>
        </p:nvSpPr>
        <p:spPr>
          <a:xfrm>
            <a:off x="6432529" y="5600947"/>
            <a:ext cx="2283472" cy="365125"/>
          </a:xfrm>
        </p:spPr>
        <p:txBody>
          <a:bodyPr anchor="ctr">
            <a:noAutofit/>
          </a:bodyPr>
          <a:lstStyle>
            <a:lvl1pPr marL="0" indent="0" algn="ctr">
              <a:buNone/>
              <a:defRPr sz="1400"/>
            </a:lvl1pPr>
          </a:lstStyle>
          <a:p>
            <a:pPr lvl="0"/>
            <a:r>
              <a:rPr lang="en-US" dirty="0"/>
              <a:t>Title</a:t>
            </a:r>
            <a:endParaRPr lang="en-US" dirty="0"/>
          </a:p>
        </p:txBody>
      </p:sp>
      <p:sp>
        <p:nvSpPr>
          <p:cNvPr id="29" name="Picture Placeholder 16"/>
          <p:cNvSpPr>
            <a:spLocks noGrp="1"/>
          </p:cNvSpPr>
          <p:nvPr>
            <p:ph type="pic" sz="quarter" idx="23"/>
          </p:nvPr>
        </p:nvSpPr>
        <p:spPr>
          <a:xfrm>
            <a:off x="9034272"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p:cNvSpPr>
            <a:spLocks noGrp="1"/>
          </p:cNvSpPr>
          <p:nvPr>
            <p:ph type="body" sz="quarter" idx="22" hasCustomPrompt="1"/>
          </p:nvPr>
        </p:nvSpPr>
        <p:spPr>
          <a:xfrm>
            <a:off x="9032431"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30" name="Text Placeholder 20"/>
          <p:cNvSpPr>
            <a:spLocks noGrp="1"/>
          </p:cNvSpPr>
          <p:nvPr>
            <p:ph type="body" sz="quarter" idx="24" hasCustomPrompt="1"/>
          </p:nvPr>
        </p:nvSpPr>
        <p:spPr>
          <a:xfrm>
            <a:off x="9190984" y="5600947"/>
            <a:ext cx="2283472" cy="365125"/>
          </a:xfrm>
        </p:spPr>
        <p:txBody>
          <a:bodyPr anchor="ctr">
            <a:noAutofit/>
          </a:bodyPr>
          <a:lstStyle>
            <a:lvl1pPr marL="0" indent="0" algn="ctr">
              <a:buNone/>
              <a:defRPr sz="1400"/>
            </a:lvl1pPr>
          </a:lstStyle>
          <a:p>
            <a:pPr lvl="0"/>
            <a:r>
              <a:rPr lang="en-US" dirty="0"/>
              <a:t>Title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2" name="Title 1"/>
          <p:cNvSpPr>
            <a:spLocks noGrp="1"/>
          </p:cNvSpPr>
          <p:nvPr>
            <p:ph type="title"/>
          </p:nvPr>
        </p:nvSpPr>
        <p:spPr>
          <a:xfrm>
            <a:off x="758952" y="539496"/>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noAutofit/>
          </a:bodyPr>
          <a:lstStyle/>
          <a:p>
            <a:r>
              <a:rPr lang="en-US"/>
              <a:t>Presentation title</a:t>
            </a:r>
            <a:endParaRPr lang="en-US" dirty="0"/>
          </a:p>
        </p:txBody>
      </p:sp>
      <p:sp>
        <p:nvSpPr>
          <p:cNvPr id="5" name="Slide Number Placeholder 4"/>
          <p:cNvSpPr>
            <a:spLocks noGrp="1"/>
          </p:cNvSpPr>
          <p:nvPr>
            <p:ph type="sldNum" sz="quarter" idx="12"/>
          </p:nvPr>
        </p:nvSpPr>
        <p:spPr/>
        <p:txBody>
          <a:bodyPr>
            <a:noAutofit/>
          </a:bodyPr>
          <a:lstStyle/>
          <a:p>
            <a:fld id="{48F63A3B-78C7-47BE-AE5E-E10140E04643}" type="slidenum">
              <a:rPr lang="en-US" smtClean="0"/>
            </a:fld>
            <a:endParaRPr lang="en-US" dirty="0"/>
          </a:p>
        </p:txBody>
      </p:sp>
      <p:sp>
        <p:nvSpPr>
          <p:cNvPr id="17" name="Picture Placeholder 16"/>
          <p:cNvSpPr>
            <a:spLocks noGrp="1"/>
          </p:cNvSpPr>
          <p:nvPr>
            <p:ph type="pic" sz="quarter" idx="13"/>
          </p:nvPr>
        </p:nvSpPr>
        <p:spPr>
          <a:xfrm>
            <a:off x="1271016"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p:cNvSpPr>
            <a:spLocks noGrp="1"/>
          </p:cNvSpPr>
          <p:nvPr>
            <p:ph type="body" sz="quarter" idx="14" hasCustomPrompt="1"/>
          </p:nvPr>
        </p:nvSpPr>
        <p:spPr>
          <a:xfrm>
            <a:off x="1271016"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21" name="Text Placeholder 20"/>
          <p:cNvSpPr>
            <a:spLocks noGrp="1"/>
          </p:cNvSpPr>
          <p:nvPr>
            <p:ph type="body" sz="quarter" idx="15" hasCustomPrompt="1"/>
          </p:nvPr>
        </p:nvSpPr>
        <p:spPr>
          <a:xfrm>
            <a:off x="1271016" y="3616960"/>
            <a:ext cx="2029968" cy="182880"/>
          </a:xfrm>
        </p:spPr>
        <p:txBody>
          <a:bodyPr anchor="ctr">
            <a:noAutofit/>
          </a:bodyPr>
          <a:lstStyle>
            <a:lvl1pPr marL="0" indent="0" algn="ctr">
              <a:buNone/>
              <a:defRPr sz="1200" spc="20" baseline="0"/>
            </a:lvl1pPr>
          </a:lstStyle>
          <a:p>
            <a:pPr lvl="0"/>
            <a:r>
              <a:rPr lang="en-US" dirty="0"/>
              <a:t>Title</a:t>
            </a:r>
            <a:endParaRPr lang="en-US" dirty="0"/>
          </a:p>
        </p:txBody>
      </p:sp>
      <p:sp>
        <p:nvSpPr>
          <p:cNvPr id="10" name="Picture Placeholder 16"/>
          <p:cNvSpPr>
            <a:spLocks noGrp="1"/>
          </p:cNvSpPr>
          <p:nvPr>
            <p:ph type="pic" sz="quarter" idx="25"/>
          </p:nvPr>
        </p:nvSpPr>
        <p:spPr>
          <a:xfrm>
            <a:off x="1271016"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4" name="Text Placeholder 18"/>
          <p:cNvSpPr>
            <a:spLocks noGrp="1"/>
          </p:cNvSpPr>
          <p:nvPr>
            <p:ph type="body" sz="quarter" idx="29" hasCustomPrompt="1"/>
          </p:nvPr>
        </p:nvSpPr>
        <p:spPr>
          <a:xfrm>
            <a:off x="1271016"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15" name="Text Placeholder 20"/>
          <p:cNvSpPr>
            <a:spLocks noGrp="1"/>
          </p:cNvSpPr>
          <p:nvPr>
            <p:ph type="body" sz="quarter" idx="30" hasCustomPrompt="1"/>
          </p:nvPr>
        </p:nvSpPr>
        <p:spPr>
          <a:xfrm>
            <a:off x="1271016" y="6215888"/>
            <a:ext cx="2029968" cy="182880"/>
          </a:xfrm>
        </p:spPr>
        <p:txBody>
          <a:bodyPr anchor="ctr">
            <a:noAutofit/>
          </a:bodyPr>
          <a:lstStyle>
            <a:lvl1pPr marL="0" indent="0" algn="ctr">
              <a:buNone/>
              <a:defRPr sz="1200" spc="20" baseline="0"/>
            </a:lvl1pPr>
          </a:lstStyle>
          <a:p>
            <a:pPr lvl="0"/>
            <a:r>
              <a:rPr lang="en-US" dirty="0"/>
              <a:t>Title</a:t>
            </a:r>
            <a:endParaRPr lang="en-US" dirty="0"/>
          </a:p>
        </p:txBody>
      </p:sp>
      <p:sp>
        <p:nvSpPr>
          <p:cNvPr id="23" name="Picture Placeholder 16"/>
          <p:cNvSpPr>
            <a:spLocks noGrp="1"/>
          </p:cNvSpPr>
          <p:nvPr>
            <p:ph type="pic" sz="quarter" idx="17"/>
          </p:nvPr>
        </p:nvSpPr>
        <p:spPr>
          <a:xfrm>
            <a:off x="3828288"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p:cNvSpPr>
            <a:spLocks noGrp="1"/>
          </p:cNvSpPr>
          <p:nvPr>
            <p:ph type="body" sz="quarter" idx="16" hasCustomPrompt="1"/>
          </p:nvPr>
        </p:nvSpPr>
        <p:spPr>
          <a:xfrm>
            <a:off x="3828288"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24" name="Text Placeholder 20"/>
          <p:cNvSpPr>
            <a:spLocks noGrp="1"/>
          </p:cNvSpPr>
          <p:nvPr>
            <p:ph type="body" sz="quarter" idx="18" hasCustomPrompt="1"/>
          </p:nvPr>
        </p:nvSpPr>
        <p:spPr>
          <a:xfrm>
            <a:off x="3828288" y="3616960"/>
            <a:ext cx="2029968" cy="182880"/>
          </a:xfrm>
        </p:spPr>
        <p:txBody>
          <a:bodyPr anchor="ctr">
            <a:noAutofit/>
          </a:bodyPr>
          <a:lstStyle>
            <a:lvl1pPr marL="0" indent="0" algn="ctr">
              <a:buNone/>
              <a:defRPr sz="1200" spc="20" baseline="0"/>
            </a:lvl1pPr>
          </a:lstStyle>
          <a:p>
            <a:pPr lvl="0"/>
            <a:r>
              <a:rPr lang="en-US" dirty="0"/>
              <a:t>Title</a:t>
            </a:r>
            <a:endParaRPr lang="en-US" dirty="0"/>
          </a:p>
        </p:txBody>
      </p:sp>
      <p:sp>
        <p:nvSpPr>
          <p:cNvPr id="11" name="Picture Placeholder 16"/>
          <p:cNvSpPr>
            <a:spLocks noGrp="1"/>
          </p:cNvSpPr>
          <p:nvPr>
            <p:ph type="pic" sz="quarter" idx="26"/>
          </p:nvPr>
        </p:nvSpPr>
        <p:spPr>
          <a:xfrm>
            <a:off x="3828288"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6" name="Text Placeholder 18"/>
          <p:cNvSpPr>
            <a:spLocks noGrp="1"/>
          </p:cNvSpPr>
          <p:nvPr>
            <p:ph type="body" sz="quarter" idx="31" hasCustomPrompt="1"/>
          </p:nvPr>
        </p:nvSpPr>
        <p:spPr>
          <a:xfrm>
            <a:off x="3828288"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18" name="Text Placeholder 20"/>
          <p:cNvSpPr>
            <a:spLocks noGrp="1"/>
          </p:cNvSpPr>
          <p:nvPr>
            <p:ph type="body" sz="quarter" idx="32" hasCustomPrompt="1"/>
          </p:nvPr>
        </p:nvSpPr>
        <p:spPr>
          <a:xfrm>
            <a:off x="3828288" y="6215888"/>
            <a:ext cx="2029968" cy="182880"/>
          </a:xfrm>
        </p:spPr>
        <p:txBody>
          <a:bodyPr anchor="ctr">
            <a:noAutofit/>
          </a:bodyPr>
          <a:lstStyle>
            <a:lvl1pPr marL="0" indent="0" algn="ctr">
              <a:buNone/>
              <a:defRPr sz="1200" spc="20" baseline="0"/>
            </a:lvl1pPr>
          </a:lstStyle>
          <a:p>
            <a:pPr lvl="0"/>
            <a:r>
              <a:rPr lang="en-US" dirty="0"/>
              <a:t>Title</a:t>
            </a:r>
            <a:endParaRPr lang="en-US" dirty="0"/>
          </a:p>
        </p:txBody>
      </p:sp>
      <p:sp>
        <p:nvSpPr>
          <p:cNvPr id="26" name="Picture Placeholder 16"/>
          <p:cNvSpPr>
            <a:spLocks noGrp="1"/>
          </p:cNvSpPr>
          <p:nvPr>
            <p:ph type="pic" sz="quarter" idx="20"/>
          </p:nvPr>
        </p:nvSpPr>
        <p:spPr>
          <a:xfrm>
            <a:off x="6385560"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p:cNvSpPr>
            <a:spLocks noGrp="1"/>
          </p:cNvSpPr>
          <p:nvPr>
            <p:ph type="body" sz="quarter" idx="19" hasCustomPrompt="1"/>
          </p:nvPr>
        </p:nvSpPr>
        <p:spPr>
          <a:xfrm>
            <a:off x="6385560"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27" name="Text Placeholder 20"/>
          <p:cNvSpPr>
            <a:spLocks noGrp="1"/>
          </p:cNvSpPr>
          <p:nvPr>
            <p:ph type="body" sz="quarter" idx="21" hasCustomPrompt="1"/>
          </p:nvPr>
        </p:nvSpPr>
        <p:spPr>
          <a:xfrm>
            <a:off x="6385560" y="3616960"/>
            <a:ext cx="2029968" cy="182880"/>
          </a:xfrm>
        </p:spPr>
        <p:txBody>
          <a:bodyPr anchor="ctr">
            <a:noAutofit/>
          </a:bodyPr>
          <a:lstStyle>
            <a:lvl1pPr marL="0" indent="0" algn="ctr">
              <a:buNone/>
              <a:defRPr sz="1200" spc="20" baseline="0"/>
            </a:lvl1pPr>
          </a:lstStyle>
          <a:p>
            <a:pPr lvl="0"/>
            <a:r>
              <a:rPr lang="en-US" dirty="0"/>
              <a:t>Title</a:t>
            </a:r>
            <a:endParaRPr lang="en-US" dirty="0"/>
          </a:p>
        </p:txBody>
      </p:sp>
      <p:sp>
        <p:nvSpPr>
          <p:cNvPr id="12" name="Picture Placeholder 16"/>
          <p:cNvSpPr>
            <a:spLocks noGrp="1"/>
          </p:cNvSpPr>
          <p:nvPr>
            <p:ph type="pic" sz="quarter" idx="27"/>
          </p:nvPr>
        </p:nvSpPr>
        <p:spPr>
          <a:xfrm>
            <a:off x="6385560"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0" name="Text Placeholder 18"/>
          <p:cNvSpPr>
            <a:spLocks noGrp="1"/>
          </p:cNvSpPr>
          <p:nvPr>
            <p:ph type="body" sz="quarter" idx="33" hasCustomPrompt="1"/>
          </p:nvPr>
        </p:nvSpPr>
        <p:spPr>
          <a:xfrm>
            <a:off x="6385560"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31" name="Text Placeholder 20"/>
          <p:cNvSpPr>
            <a:spLocks noGrp="1"/>
          </p:cNvSpPr>
          <p:nvPr>
            <p:ph type="body" sz="quarter" idx="34" hasCustomPrompt="1"/>
          </p:nvPr>
        </p:nvSpPr>
        <p:spPr>
          <a:xfrm>
            <a:off x="6385560" y="6215888"/>
            <a:ext cx="2029968" cy="182880"/>
          </a:xfrm>
        </p:spPr>
        <p:txBody>
          <a:bodyPr anchor="ctr">
            <a:noAutofit/>
          </a:bodyPr>
          <a:lstStyle>
            <a:lvl1pPr marL="0" indent="0" algn="ctr">
              <a:buNone/>
              <a:defRPr sz="1200" spc="20" baseline="0"/>
            </a:lvl1pPr>
          </a:lstStyle>
          <a:p>
            <a:pPr lvl="0"/>
            <a:r>
              <a:rPr lang="en-US" dirty="0"/>
              <a:t>Title</a:t>
            </a:r>
            <a:endParaRPr lang="en-US" dirty="0"/>
          </a:p>
        </p:txBody>
      </p:sp>
      <p:sp>
        <p:nvSpPr>
          <p:cNvPr id="29" name="Picture Placeholder 16"/>
          <p:cNvSpPr>
            <a:spLocks noGrp="1"/>
          </p:cNvSpPr>
          <p:nvPr>
            <p:ph type="pic" sz="quarter" idx="23"/>
          </p:nvPr>
        </p:nvSpPr>
        <p:spPr>
          <a:xfrm>
            <a:off x="8942832"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p:cNvSpPr>
            <a:spLocks noGrp="1"/>
          </p:cNvSpPr>
          <p:nvPr>
            <p:ph type="body" sz="quarter" idx="22" hasCustomPrompt="1"/>
          </p:nvPr>
        </p:nvSpPr>
        <p:spPr>
          <a:xfrm>
            <a:off x="8942832"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30" name="Text Placeholder 20"/>
          <p:cNvSpPr>
            <a:spLocks noGrp="1"/>
          </p:cNvSpPr>
          <p:nvPr>
            <p:ph type="body" sz="quarter" idx="24" hasCustomPrompt="1"/>
          </p:nvPr>
        </p:nvSpPr>
        <p:spPr>
          <a:xfrm>
            <a:off x="8942832" y="3616960"/>
            <a:ext cx="2029968" cy="182880"/>
          </a:xfrm>
        </p:spPr>
        <p:txBody>
          <a:bodyPr anchor="ctr">
            <a:noAutofit/>
          </a:bodyPr>
          <a:lstStyle>
            <a:lvl1pPr marL="0" indent="0" algn="ctr">
              <a:buNone/>
              <a:defRPr sz="1200" spc="20" baseline="0"/>
            </a:lvl1pPr>
          </a:lstStyle>
          <a:p>
            <a:pPr lvl="0"/>
            <a:r>
              <a:rPr lang="en-US" dirty="0"/>
              <a:t>Title</a:t>
            </a:r>
            <a:endParaRPr lang="en-US" dirty="0"/>
          </a:p>
        </p:txBody>
      </p:sp>
      <p:sp>
        <p:nvSpPr>
          <p:cNvPr id="13" name="Picture Placeholder 16"/>
          <p:cNvSpPr>
            <a:spLocks noGrp="1"/>
          </p:cNvSpPr>
          <p:nvPr>
            <p:ph type="pic" sz="quarter" idx="28"/>
          </p:nvPr>
        </p:nvSpPr>
        <p:spPr>
          <a:xfrm>
            <a:off x="8942832"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32" name="Text Placeholder 18"/>
          <p:cNvSpPr>
            <a:spLocks noGrp="1"/>
          </p:cNvSpPr>
          <p:nvPr>
            <p:ph type="body" sz="quarter" idx="35" hasCustomPrompt="1"/>
          </p:nvPr>
        </p:nvSpPr>
        <p:spPr>
          <a:xfrm>
            <a:off x="8942832"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endParaRPr lang="en-US" dirty="0"/>
          </a:p>
        </p:txBody>
      </p:sp>
      <p:sp>
        <p:nvSpPr>
          <p:cNvPr id="33" name="Text Placeholder 20"/>
          <p:cNvSpPr>
            <a:spLocks noGrp="1"/>
          </p:cNvSpPr>
          <p:nvPr>
            <p:ph type="body" sz="quarter" idx="36" hasCustomPrompt="1"/>
          </p:nvPr>
        </p:nvSpPr>
        <p:spPr>
          <a:xfrm>
            <a:off x="8942832" y="6215888"/>
            <a:ext cx="2029968" cy="182880"/>
          </a:xfrm>
        </p:spPr>
        <p:txBody>
          <a:bodyPr anchor="ctr">
            <a:noAutofit/>
          </a:bodyPr>
          <a:lstStyle>
            <a:lvl1pPr marL="0" indent="0" algn="ctr">
              <a:buNone/>
              <a:defRPr sz="1200" spc="20" baseline="0"/>
            </a:lvl1pPr>
          </a:lstStyle>
          <a:p>
            <a:pPr lvl="0"/>
            <a:r>
              <a:rPr lang="en-US" dirty="0"/>
              <a:t>Title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16" name="Rectangle 15"/>
          <p:cNvSpPr/>
          <p:nvPr userDrawn="1"/>
        </p:nvSpPr>
        <p:spPr>
          <a:xfrm>
            <a:off x="685338"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userDrawn="1"/>
        </p:nvSpPr>
        <p:spPr>
          <a:xfrm>
            <a:off x="2900911"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userDrawn="1"/>
        </p:nvSpPr>
        <p:spPr>
          <a:xfrm>
            <a:off x="5116484"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userDrawn="1"/>
        </p:nvSpPr>
        <p:spPr>
          <a:xfrm>
            <a:off x="9547629"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userDrawn="1"/>
        </p:nvSpPr>
        <p:spPr>
          <a:xfrm>
            <a:off x="7332057"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58952" y="841248"/>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noAutofit/>
          </a:bodyPr>
          <a:lstStyle/>
          <a:p>
            <a:r>
              <a:rPr lang="en-US"/>
              <a:t>Presentation title</a:t>
            </a:r>
            <a:endParaRPr lang="en-US" dirty="0"/>
          </a:p>
        </p:txBody>
      </p:sp>
      <p:sp>
        <p:nvSpPr>
          <p:cNvPr id="5" name="Slide Number Placeholder 4"/>
          <p:cNvSpPr>
            <a:spLocks noGrp="1"/>
          </p:cNvSpPr>
          <p:nvPr>
            <p:ph type="sldNum" sz="quarter" idx="12"/>
          </p:nvPr>
        </p:nvSpPr>
        <p:spPr/>
        <p:txBody>
          <a:bodyPr>
            <a:noAutofit/>
          </a:bodyPr>
          <a:lstStyle/>
          <a:p>
            <a:fld id="{48F63A3B-78C7-47BE-AE5E-E10140E04643}" type="slidenum">
              <a:rPr lang="en-US" smtClean="0"/>
            </a:fld>
            <a:endParaRPr lang="en-US" dirty="0"/>
          </a:p>
        </p:txBody>
      </p:sp>
      <p:sp>
        <p:nvSpPr>
          <p:cNvPr id="46" name="Text Placeholder 2"/>
          <p:cNvSpPr>
            <a:spLocks noGrp="1"/>
          </p:cNvSpPr>
          <p:nvPr>
            <p:ph type="body" idx="1"/>
          </p:nvPr>
        </p:nvSpPr>
        <p:spPr>
          <a:xfrm>
            <a:off x="685338"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4" name="Picture Placeholder 62"/>
          <p:cNvSpPr>
            <a:spLocks noGrp="1"/>
          </p:cNvSpPr>
          <p:nvPr>
            <p:ph type="pic" sz="quarter" idx="23"/>
          </p:nvPr>
        </p:nvSpPr>
        <p:spPr>
          <a:xfrm>
            <a:off x="1339134"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p:cNvSpPr>
            <a:spLocks noGrp="1"/>
          </p:cNvSpPr>
          <p:nvPr>
            <p:ph type="body" sz="quarter" idx="18"/>
          </p:nvPr>
        </p:nvSpPr>
        <p:spPr>
          <a:xfrm>
            <a:off x="731058"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endParaRPr lang="en-US"/>
          </a:p>
        </p:txBody>
      </p:sp>
      <p:sp>
        <p:nvSpPr>
          <p:cNvPr id="47" name="Text Placeholder 4"/>
          <p:cNvSpPr>
            <a:spLocks noGrp="1"/>
          </p:cNvSpPr>
          <p:nvPr>
            <p:ph type="body" sz="quarter" idx="3"/>
          </p:nvPr>
        </p:nvSpPr>
        <p:spPr>
          <a:xfrm>
            <a:off x="2900910"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8" name="Picture Placeholder 62"/>
          <p:cNvSpPr>
            <a:spLocks noGrp="1"/>
          </p:cNvSpPr>
          <p:nvPr>
            <p:ph type="pic" sz="quarter" idx="27"/>
          </p:nvPr>
        </p:nvSpPr>
        <p:spPr>
          <a:xfrm>
            <a:off x="3554707"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8" name="Text Placeholder 51"/>
          <p:cNvSpPr>
            <a:spLocks noGrp="1"/>
          </p:cNvSpPr>
          <p:nvPr>
            <p:ph type="body" sz="quarter" idx="19"/>
          </p:nvPr>
        </p:nvSpPr>
        <p:spPr>
          <a:xfrm>
            <a:off x="2946630"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endParaRPr lang="en-US"/>
          </a:p>
        </p:txBody>
      </p:sp>
      <p:sp>
        <p:nvSpPr>
          <p:cNvPr id="48" name="Text Placeholder 4"/>
          <p:cNvSpPr>
            <a:spLocks noGrp="1"/>
          </p:cNvSpPr>
          <p:nvPr>
            <p:ph type="body" sz="quarter" idx="13"/>
          </p:nvPr>
        </p:nvSpPr>
        <p:spPr>
          <a:xfrm>
            <a:off x="5116484"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7" name="Picture Placeholder 62"/>
          <p:cNvSpPr>
            <a:spLocks noGrp="1"/>
          </p:cNvSpPr>
          <p:nvPr>
            <p:ph type="pic" sz="quarter" idx="26"/>
          </p:nvPr>
        </p:nvSpPr>
        <p:spPr>
          <a:xfrm>
            <a:off x="5770280"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9" name="Text Placeholder 51"/>
          <p:cNvSpPr>
            <a:spLocks noGrp="1"/>
          </p:cNvSpPr>
          <p:nvPr>
            <p:ph type="body" sz="quarter" idx="20"/>
          </p:nvPr>
        </p:nvSpPr>
        <p:spPr>
          <a:xfrm>
            <a:off x="5162204"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endParaRPr lang="en-US"/>
          </a:p>
        </p:txBody>
      </p:sp>
      <p:sp>
        <p:nvSpPr>
          <p:cNvPr id="49" name="Text Placeholder 4"/>
          <p:cNvSpPr>
            <a:spLocks noGrp="1"/>
          </p:cNvSpPr>
          <p:nvPr>
            <p:ph type="body" sz="quarter" idx="15"/>
          </p:nvPr>
        </p:nvSpPr>
        <p:spPr>
          <a:xfrm>
            <a:off x="7332057"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6" name="Picture Placeholder 62"/>
          <p:cNvSpPr>
            <a:spLocks noGrp="1"/>
          </p:cNvSpPr>
          <p:nvPr>
            <p:ph type="pic" sz="quarter" idx="25"/>
          </p:nvPr>
        </p:nvSpPr>
        <p:spPr>
          <a:xfrm>
            <a:off x="7985853"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p:cNvSpPr>
            <a:spLocks noGrp="1"/>
          </p:cNvSpPr>
          <p:nvPr>
            <p:ph type="body" sz="quarter" idx="21"/>
          </p:nvPr>
        </p:nvSpPr>
        <p:spPr>
          <a:xfrm>
            <a:off x="7377777"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endParaRPr lang="en-US"/>
          </a:p>
        </p:txBody>
      </p:sp>
      <p:sp>
        <p:nvSpPr>
          <p:cNvPr id="50" name="Text Placeholder 4"/>
          <p:cNvSpPr>
            <a:spLocks noGrp="1"/>
          </p:cNvSpPr>
          <p:nvPr>
            <p:ph type="body" sz="quarter" idx="17"/>
          </p:nvPr>
        </p:nvSpPr>
        <p:spPr>
          <a:xfrm>
            <a:off x="9547629"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5" name="Picture Placeholder 62"/>
          <p:cNvSpPr>
            <a:spLocks noGrp="1"/>
          </p:cNvSpPr>
          <p:nvPr>
            <p:ph type="pic" sz="quarter" idx="24"/>
          </p:nvPr>
        </p:nvSpPr>
        <p:spPr>
          <a:xfrm>
            <a:off x="10201425"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p:cNvSpPr>
            <a:spLocks noGrp="1"/>
          </p:cNvSpPr>
          <p:nvPr>
            <p:ph type="body" sz="quarter" idx="22"/>
          </p:nvPr>
        </p:nvSpPr>
        <p:spPr>
          <a:xfrm>
            <a:off x="9593349"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9" name="Freeform: Shape 28"/>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noAutofit/>
          </a:bodyPr>
          <a:lstStyle/>
          <a:p>
            <a:pPr lvl="0"/>
            <a:endParaRPr lang="en-US" dirty="0"/>
          </a:p>
        </p:txBody>
      </p:sp>
      <p:sp>
        <p:nvSpPr>
          <p:cNvPr id="26" name="Freeform: Shape 25"/>
          <p:cNvSpPr/>
          <p:nvPr userDrawn="1"/>
        </p:nvSpPr>
        <p:spPr>
          <a:xfrm>
            <a:off x="1" y="-1"/>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rgbClr val="F5CDCE"/>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16" name="Freeform: Shape 15"/>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2" name="Title 1"/>
          <p:cNvSpPr>
            <a:spLocks noGrp="1"/>
          </p:cNvSpPr>
          <p:nvPr>
            <p:ph type="title"/>
          </p:nvPr>
        </p:nvSpPr>
        <p:spPr/>
        <p:txBody>
          <a:bodyPr/>
          <a:lstStyle>
            <a:lvl1pPr>
              <a:lnSpc>
                <a:spcPct val="100000"/>
              </a:lnSpc>
              <a:defRPr>
                <a:solidFill>
                  <a:schemeClr val="accent6"/>
                </a:solidFill>
              </a:defRPr>
            </a:lvl1p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fld>
            <a:endParaRPr lang="en-US" dirty="0"/>
          </a:p>
        </p:txBody>
      </p:sp>
      <p:sp>
        <p:nvSpPr>
          <p:cNvPr id="30" name="Image 2" descr="preencoded.png"/>
          <p:cNvSpPr/>
          <p:nvPr/>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31" name="Text Placeholder 2"/>
          <p:cNvSpPr>
            <a:spLocks noGrp="1"/>
          </p:cNvSpPr>
          <p:nvPr>
            <p:ph type="body" idx="1" hasCustomPrompt="1"/>
          </p:nvPr>
        </p:nvSpPr>
        <p:spPr>
          <a:xfrm>
            <a:off x="685338"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endParaRPr lang="en-US" dirty="0"/>
          </a:p>
        </p:txBody>
      </p:sp>
      <p:sp>
        <p:nvSpPr>
          <p:cNvPr id="32" name="Text Placeholder 4"/>
          <p:cNvSpPr>
            <a:spLocks noGrp="1"/>
          </p:cNvSpPr>
          <p:nvPr>
            <p:ph type="body" sz="quarter" idx="3" hasCustomPrompt="1"/>
          </p:nvPr>
        </p:nvSpPr>
        <p:spPr>
          <a:xfrm>
            <a:off x="2900911"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endParaRPr lang="en-US" dirty="0"/>
          </a:p>
        </p:txBody>
      </p:sp>
      <p:sp>
        <p:nvSpPr>
          <p:cNvPr id="33" name="Text Placeholder 4"/>
          <p:cNvSpPr>
            <a:spLocks noGrp="1"/>
          </p:cNvSpPr>
          <p:nvPr>
            <p:ph type="body" sz="quarter" idx="13" hasCustomPrompt="1"/>
          </p:nvPr>
        </p:nvSpPr>
        <p:spPr>
          <a:xfrm>
            <a:off x="5116484"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endParaRPr lang="en-US" dirty="0"/>
          </a:p>
        </p:txBody>
      </p:sp>
      <p:sp>
        <p:nvSpPr>
          <p:cNvPr id="34" name="Text Placeholder 4"/>
          <p:cNvSpPr>
            <a:spLocks noGrp="1"/>
          </p:cNvSpPr>
          <p:nvPr>
            <p:ph type="body" sz="quarter" idx="15" hasCustomPrompt="1"/>
          </p:nvPr>
        </p:nvSpPr>
        <p:spPr>
          <a:xfrm>
            <a:off x="7332057"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endParaRPr lang="en-US" dirty="0"/>
          </a:p>
        </p:txBody>
      </p:sp>
      <p:sp>
        <p:nvSpPr>
          <p:cNvPr id="35" name="Text Placeholder 4"/>
          <p:cNvSpPr>
            <a:spLocks noGrp="1"/>
          </p:cNvSpPr>
          <p:nvPr>
            <p:ph type="body" sz="quarter" idx="17" hasCustomPrompt="1"/>
          </p:nvPr>
        </p:nvSpPr>
        <p:spPr>
          <a:xfrm>
            <a:off x="9547629"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endParaRPr lang="en-US" dirty="0"/>
          </a:p>
        </p:txBody>
      </p:sp>
      <p:sp>
        <p:nvSpPr>
          <p:cNvPr id="36" name="Text Placeholder 51"/>
          <p:cNvSpPr>
            <a:spLocks noGrp="1"/>
          </p:cNvSpPr>
          <p:nvPr>
            <p:ph type="body" sz="quarter" idx="18"/>
          </p:nvPr>
        </p:nvSpPr>
        <p:spPr>
          <a:xfrm>
            <a:off x="685338"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endParaRPr lang="en-US"/>
          </a:p>
        </p:txBody>
      </p:sp>
      <p:sp>
        <p:nvSpPr>
          <p:cNvPr id="37" name="Text Placeholder 51"/>
          <p:cNvSpPr>
            <a:spLocks noGrp="1"/>
          </p:cNvSpPr>
          <p:nvPr>
            <p:ph type="body" sz="quarter" idx="19"/>
          </p:nvPr>
        </p:nvSpPr>
        <p:spPr>
          <a:xfrm>
            <a:off x="2900911"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endParaRPr lang="en-US"/>
          </a:p>
        </p:txBody>
      </p:sp>
      <p:sp>
        <p:nvSpPr>
          <p:cNvPr id="38" name="Text Placeholder 51"/>
          <p:cNvSpPr>
            <a:spLocks noGrp="1"/>
          </p:cNvSpPr>
          <p:nvPr>
            <p:ph type="body" sz="quarter" idx="20"/>
          </p:nvPr>
        </p:nvSpPr>
        <p:spPr>
          <a:xfrm>
            <a:off x="5116484"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endParaRPr lang="en-US"/>
          </a:p>
        </p:txBody>
      </p:sp>
      <p:sp>
        <p:nvSpPr>
          <p:cNvPr id="39" name="Text Placeholder 51"/>
          <p:cNvSpPr>
            <a:spLocks noGrp="1"/>
          </p:cNvSpPr>
          <p:nvPr>
            <p:ph type="body" sz="quarter" idx="21"/>
          </p:nvPr>
        </p:nvSpPr>
        <p:spPr>
          <a:xfrm>
            <a:off x="7332057"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endParaRPr lang="en-US"/>
          </a:p>
        </p:txBody>
      </p:sp>
      <p:sp>
        <p:nvSpPr>
          <p:cNvPr id="40" name="Text Placeholder 51"/>
          <p:cNvSpPr>
            <a:spLocks noGrp="1"/>
          </p:cNvSpPr>
          <p:nvPr>
            <p:ph type="body" sz="quarter" idx="22"/>
          </p:nvPr>
        </p:nvSpPr>
        <p:spPr>
          <a:xfrm>
            <a:off x="9547629"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endParaRPr lang="en-US"/>
          </a:p>
        </p:txBody>
      </p:sp>
      <p:cxnSp>
        <p:nvCxnSpPr>
          <p:cNvPr id="42" name="Straight Connector 41"/>
          <p:cNvCxnSpPr/>
          <p:nvPr userDrawn="1"/>
        </p:nvCxnSpPr>
        <p:spPr>
          <a:xfrm>
            <a:off x="739398" y="4187681"/>
            <a:ext cx="10812360" cy="0"/>
          </a:xfrm>
          <a:prstGeom prst="line">
            <a:avLst/>
          </a:prstGeom>
          <a:ln w="127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0" name="Title 19"/>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1" name="Image 0" descr="preencoded.png"/>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descr="preencoded.png"/>
          <p:cNvPicPr>
            <a:picLocks noChangeAspect="1"/>
          </p:cNvPicPr>
          <p:nvPr userDrawn="1"/>
        </p:nvPicPr>
        <p:blipFill>
          <a:blip r:embed="rId2" cstate="screen">
            <a:extLst>
              <a:ext uri="{96DAC541-7B7A-43D3-8B79-37D633B846F1}">
                <asvg:svgBlip xmlns:asvg="http://schemas.microsoft.com/office/drawing/2016/SVG/main" r:embed="rId3"/>
              </a:ext>
            </a:extLst>
          </a:blip>
          <a:srcRect/>
          <a:stretch>
            <a:fillRect/>
          </a:stretch>
        </p:blipFill>
        <p:spPr>
          <a:xfrm>
            <a:off x="1703311" y="-2784"/>
            <a:ext cx="1734410" cy="5167313"/>
          </a:xfrm>
          <a:prstGeom prst="rect">
            <a:avLst/>
          </a:prstGeom>
        </p:spPr>
      </p:pic>
      <p:sp>
        <p:nvSpPr>
          <p:cNvPr id="39" name="Freeform: Shape 38"/>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descr="preencoded.png"/>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descr="preencoded.png"/>
          <p:cNvPicPr>
            <a:picLocks noChangeAspect="1"/>
          </p:cNvPicPr>
          <p:nvPr userDrawn="1"/>
        </p:nvPicPr>
        <p:blipFill>
          <a:blip r:embed="rId4" cstate="screen">
            <a:extLst>
              <a:ext uri="{96DAC541-7B7A-43D3-8B79-37D633B846F1}">
                <asvg:svgBlip xmlns:asvg="http://schemas.microsoft.com/office/drawing/2016/SVG/main" r:embed="rId5"/>
              </a:ext>
            </a:extLst>
          </a:blip>
          <a:srcRect/>
          <a:stretch>
            <a:fillRect/>
          </a:stretch>
        </p:blipFill>
        <p:spPr>
          <a:xfrm>
            <a:off x="1718457" y="3440504"/>
            <a:ext cx="1719263" cy="1724025"/>
          </a:xfrm>
          <a:prstGeom prst="rect">
            <a:avLst/>
          </a:prstGeom>
        </p:spPr>
      </p:pic>
      <p:sp>
        <p:nvSpPr>
          <p:cNvPr id="3" name="Text Placeholder 2"/>
          <p:cNvSpPr>
            <a:spLocks noGrp="1"/>
          </p:cNvSpPr>
          <p:nvPr>
            <p:ph type="body" idx="1"/>
          </p:nvPr>
        </p:nvSpPr>
        <p:spPr>
          <a:xfrm>
            <a:off x="397764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368503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804672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775411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9" name="Slide Number Placeholder 8"/>
          <p:cNvSpPr>
            <a:spLocks noGrp="1"/>
          </p:cNvSpPr>
          <p:nvPr>
            <p:ph type="sldNum" sz="quarter" idx="12"/>
          </p:nvPr>
        </p:nvSpPr>
        <p:spPr/>
        <p:txBody>
          <a:bodyPr>
            <a:noAutofit/>
          </a:bodyPr>
          <a:lstStyle/>
          <a:p>
            <a:fld id="{48F63A3B-78C7-47BE-AE5E-E10140E04643}" type="slidenum">
              <a:rPr lang="en-US" dirty="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758952" y="1234440"/>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noAutofit/>
          </a:bodyPr>
          <a:lstStyle/>
          <a:p>
            <a:r>
              <a:rPr lang="en-US"/>
              <a:t>Presentation title</a:t>
            </a:r>
            <a:endParaRPr lang="en-US" dirty="0"/>
          </a:p>
        </p:txBody>
      </p:sp>
      <p:sp>
        <p:nvSpPr>
          <p:cNvPr id="5" name="Slide Number Placeholder 4"/>
          <p:cNvSpPr>
            <a:spLocks noGrp="1"/>
          </p:cNvSpPr>
          <p:nvPr>
            <p:ph type="sldNum" sz="quarter" idx="12"/>
          </p:nvPr>
        </p:nvSpPr>
        <p:spPr/>
        <p:txBody>
          <a:bodyPr>
            <a:noAutofit/>
          </a:bodyPr>
          <a:lstStyle/>
          <a:p>
            <a:fld id="{48F63A3B-78C7-47BE-AE5E-E10140E04643}" type="slidenum">
              <a:rPr lang="en-US" smtClean="0"/>
            </a:fld>
            <a:endParaRPr lang="en-US" dirty="0"/>
          </a:p>
        </p:txBody>
      </p:sp>
      <p:sp>
        <p:nvSpPr>
          <p:cNvPr id="46" name="Text Placeholder 2"/>
          <p:cNvSpPr>
            <a:spLocks noGrp="1"/>
          </p:cNvSpPr>
          <p:nvPr>
            <p:ph type="body" idx="1"/>
          </p:nvPr>
        </p:nvSpPr>
        <p:spPr>
          <a:xfrm>
            <a:off x="713232" y="2743200"/>
            <a:ext cx="3328416" cy="3557016"/>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4" name="Picture Placeholder 62"/>
          <p:cNvSpPr>
            <a:spLocks noGrp="1" noChangeAspect="1"/>
          </p:cNvSpPr>
          <p:nvPr>
            <p:ph type="pic" sz="quarter" idx="23"/>
          </p:nvPr>
        </p:nvSpPr>
        <p:spPr>
          <a:xfrm>
            <a:off x="1911096" y="2258568"/>
            <a:ext cx="932688" cy="9326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p:cNvSpPr>
            <a:spLocks noGrp="1"/>
          </p:cNvSpPr>
          <p:nvPr>
            <p:ph type="body" sz="quarter" idx="18"/>
          </p:nvPr>
        </p:nvSpPr>
        <p:spPr>
          <a:xfrm>
            <a:off x="992124" y="3950208"/>
            <a:ext cx="2770632" cy="2206752"/>
          </a:xfrm>
          <a:noFill/>
        </p:spPr>
        <p:txBody>
          <a:bodyPr lIns="91440" rIns="91440" anchor="t">
            <a:noAutofit/>
          </a:bodyPr>
          <a:lstStyle>
            <a:lvl1pPr marL="347345" indent="-347345" algn="l">
              <a:spcBef>
                <a:spcPts val="360"/>
              </a:spcBef>
              <a:buFont typeface="Arial" panose="020B0604020202020204" pitchFamily="34" charset="0"/>
              <a:buChar char="•"/>
              <a:defRPr sz="1500"/>
            </a:lvl1pPr>
          </a:lstStyle>
          <a:p>
            <a:pPr lvl="0"/>
            <a:r>
              <a:rPr lang="en-US"/>
              <a:t>Click to edit Master text styles</a:t>
            </a:r>
            <a:endParaRPr lang="en-US"/>
          </a:p>
        </p:txBody>
      </p:sp>
      <p:sp>
        <p:nvSpPr>
          <p:cNvPr id="49" name="Text Placeholder 4"/>
          <p:cNvSpPr>
            <a:spLocks noGrp="1"/>
          </p:cNvSpPr>
          <p:nvPr>
            <p:ph type="body" sz="quarter" idx="15"/>
          </p:nvPr>
        </p:nvSpPr>
        <p:spPr>
          <a:xfrm>
            <a:off x="4443984" y="2743200"/>
            <a:ext cx="3328416" cy="3557016"/>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6" name="Picture Placeholder 62"/>
          <p:cNvSpPr>
            <a:spLocks noGrp="1" noChangeAspect="1"/>
          </p:cNvSpPr>
          <p:nvPr>
            <p:ph type="pic" sz="quarter" idx="25"/>
          </p:nvPr>
        </p:nvSpPr>
        <p:spPr>
          <a:xfrm>
            <a:off x="5641848" y="2258568"/>
            <a:ext cx="932688" cy="9326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p:cNvSpPr>
            <a:spLocks noGrp="1"/>
          </p:cNvSpPr>
          <p:nvPr>
            <p:ph type="body" sz="quarter" idx="21"/>
          </p:nvPr>
        </p:nvSpPr>
        <p:spPr>
          <a:xfrm>
            <a:off x="4722876" y="3950208"/>
            <a:ext cx="2770632" cy="2206752"/>
          </a:xfrm>
          <a:noFill/>
        </p:spPr>
        <p:txBody>
          <a:bodyPr lIns="91440" rIns="91440" anchor="t">
            <a:noAutofit/>
          </a:bodyPr>
          <a:lstStyle>
            <a:lvl1pPr marL="347345" indent="-347345" algn="l">
              <a:spcBef>
                <a:spcPts val="360"/>
              </a:spcBef>
              <a:buFont typeface="Arial" panose="020B0604020202020204" pitchFamily="34" charset="0"/>
              <a:buChar char="•"/>
              <a:defRPr sz="1500"/>
            </a:lvl1pPr>
          </a:lstStyle>
          <a:p>
            <a:pPr lvl="0"/>
            <a:r>
              <a:rPr lang="en-US"/>
              <a:t>Click to edit Master text styles</a:t>
            </a:r>
            <a:endParaRPr lang="en-US"/>
          </a:p>
        </p:txBody>
      </p:sp>
      <p:sp>
        <p:nvSpPr>
          <p:cNvPr id="50" name="Text Placeholder 4"/>
          <p:cNvSpPr>
            <a:spLocks noGrp="1"/>
          </p:cNvSpPr>
          <p:nvPr>
            <p:ph type="body" sz="quarter" idx="17"/>
          </p:nvPr>
        </p:nvSpPr>
        <p:spPr>
          <a:xfrm>
            <a:off x="8092440" y="2743200"/>
            <a:ext cx="3328416" cy="3557016"/>
          </a:xfrm>
          <a:noFill/>
          <a:ln w="12700">
            <a:solidFill>
              <a:schemeClr val="accent4"/>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5" name="Picture Placeholder 62"/>
          <p:cNvSpPr>
            <a:spLocks noGrp="1" noChangeAspect="1"/>
          </p:cNvSpPr>
          <p:nvPr>
            <p:ph type="pic" sz="quarter" idx="24"/>
          </p:nvPr>
        </p:nvSpPr>
        <p:spPr>
          <a:xfrm>
            <a:off x="9290304" y="2258568"/>
            <a:ext cx="932688" cy="932688"/>
          </a:xfrm>
          <a:prstGeom prst="ellipse">
            <a:avLst/>
          </a:prstGeom>
          <a:solidFill>
            <a:schemeClr val="accent4"/>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p:cNvSpPr>
            <a:spLocks noGrp="1"/>
          </p:cNvSpPr>
          <p:nvPr>
            <p:ph type="body" sz="quarter" idx="22"/>
          </p:nvPr>
        </p:nvSpPr>
        <p:spPr>
          <a:xfrm>
            <a:off x="8371332" y="3950208"/>
            <a:ext cx="2770632" cy="2206752"/>
          </a:xfrm>
          <a:noFill/>
        </p:spPr>
        <p:txBody>
          <a:bodyPr lIns="91440" rIns="91440" anchor="t">
            <a:noAutofit/>
          </a:bodyPr>
          <a:lstStyle>
            <a:lvl1pPr marL="347345" indent="-347345" algn="l">
              <a:spcBef>
                <a:spcPts val="360"/>
              </a:spcBef>
              <a:buFont typeface="Arial" panose="020B0604020202020204" pitchFamily="34" charset="0"/>
              <a:buChar char="•"/>
              <a:defRPr sz="1500"/>
            </a:lvl1pPr>
          </a:lstStyle>
          <a:p>
            <a:pPr lvl="0"/>
            <a:r>
              <a:rPr lang="en-US"/>
              <a:t>Click to edit Master text styles</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Summary">
    <p:spTree>
      <p:nvGrpSpPr>
        <p:cNvPr id="1" name=""/>
        <p:cNvGrpSpPr/>
        <p:nvPr/>
      </p:nvGrpSpPr>
      <p:grpSpPr>
        <a:xfrm>
          <a:off x="0" y="0"/>
          <a:ext cx="0" cy="0"/>
          <a:chOff x="0" y="0"/>
          <a:chExt cx="0" cy="0"/>
        </a:xfrm>
      </p:grpSpPr>
      <p:sp>
        <p:nvSpPr>
          <p:cNvPr id="24" name="Image 2" descr="preencoded.png"/>
          <p:cNvSpPr/>
          <p:nvPr/>
        </p:nvSpPr>
        <p:spPr>
          <a:xfrm>
            <a:off x="8758238" y="-14287"/>
            <a:ext cx="3433763" cy="3452812"/>
          </a:xfrm>
          <a:custGeom>
            <a:avLst/>
            <a:gdLst>
              <a:gd name="connsiteX0" fmla="*/ 3433763 w 3433763"/>
              <a:gd name="connsiteY0" fmla="*/ 0 h 3452812"/>
              <a:gd name="connsiteX1" fmla="*/ 3433763 w 3433763"/>
              <a:gd name="connsiteY1" fmla="*/ 3452813 h 3452812"/>
              <a:gd name="connsiteX2" fmla="*/ 0 w 3433763"/>
              <a:gd name="connsiteY2" fmla="*/ 3452813 h 3452812"/>
              <a:gd name="connsiteX3" fmla="*/ 3433763 w 3433763"/>
              <a:gd name="connsiteY3" fmla="*/ 0 h 3452812"/>
            </a:gdLst>
            <a:ahLst/>
            <a:cxnLst>
              <a:cxn ang="0">
                <a:pos x="connsiteX0" y="connsiteY0"/>
              </a:cxn>
              <a:cxn ang="0">
                <a:pos x="connsiteX1" y="connsiteY1"/>
              </a:cxn>
              <a:cxn ang="0">
                <a:pos x="connsiteX2" y="connsiteY2"/>
              </a:cxn>
              <a:cxn ang="0">
                <a:pos x="connsiteX3" y="connsiteY3"/>
              </a:cxn>
            </a:cxnLst>
            <a:rect l="l" t="t" r="r" b="b"/>
            <a:pathLst>
              <a:path w="3433763" h="3452812">
                <a:moveTo>
                  <a:pt x="3433763" y="0"/>
                </a:moveTo>
                <a:lnTo>
                  <a:pt x="3433763" y="3452813"/>
                </a:lnTo>
                <a:lnTo>
                  <a:pt x="0" y="3452813"/>
                </a:lnTo>
                <a:cubicBezTo>
                  <a:pt x="0" y="1545912"/>
                  <a:pt x="1537383" y="0"/>
                  <a:pt x="3433763" y="0"/>
                </a:cubicBezTo>
                <a:close/>
              </a:path>
            </a:pathLst>
          </a:custGeom>
          <a:solidFill>
            <a:schemeClr val="accent1"/>
          </a:solidFill>
          <a:ln w="4756" cap="flat">
            <a:noFill/>
            <a:prstDash val="solid"/>
            <a:miter/>
          </a:ln>
        </p:spPr>
        <p:txBody>
          <a:bodyPr rtlCol="0" anchor="ctr"/>
          <a:lstStyle/>
          <a:p>
            <a:endParaRPr lang="en-US" dirty="0"/>
          </a:p>
        </p:txBody>
      </p:sp>
      <p:sp>
        <p:nvSpPr>
          <p:cNvPr id="25" name="Image 3" descr="preencoded.png"/>
          <p:cNvSpPr/>
          <p:nvPr/>
        </p:nvSpPr>
        <p:spPr>
          <a:xfrm>
            <a:off x="8758238" y="3438525"/>
            <a:ext cx="3433763" cy="3433762"/>
          </a:xfrm>
          <a:custGeom>
            <a:avLst/>
            <a:gdLst>
              <a:gd name="connsiteX0" fmla="*/ 0 w 3433763"/>
              <a:gd name="connsiteY0" fmla="*/ 0 h 3433762"/>
              <a:gd name="connsiteX1" fmla="*/ 3433763 w 3433763"/>
              <a:gd name="connsiteY1" fmla="*/ 0 h 3433762"/>
              <a:gd name="connsiteX2" fmla="*/ 3433763 w 3433763"/>
              <a:gd name="connsiteY2" fmla="*/ 3433763 h 3433762"/>
              <a:gd name="connsiteX3" fmla="*/ 0 w 3433763"/>
              <a:gd name="connsiteY3" fmla="*/ 0 h 3433762"/>
            </a:gdLst>
            <a:ahLst/>
            <a:cxnLst>
              <a:cxn ang="0">
                <a:pos x="connsiteX0" y="connsiteY0"/>
              </a:cxn>
              <a:cxn ang="0">
                <a:pos x="connsiteX1" y="connsiteY1"/>
              </a:cxn>
              <a:cxn ang="0">
                <a:pos x="connsiteX2" y="connsiteY2"/>
              </a:cxn>
              <a:cxn ang="0">
                <a:pos x="connsiteX3" y="connsiteY3"/>
              </a:cxn>
            </a:cxnLst>
            <a:rect l="l" t="t" r="r" b="b"/>
            <a:pathLst>
              <a:path w="3433763" h="3433762">
                <a:moveTo>
                  <a:pt x="0" y="0"/>
                </a:moveTo>
                <a:lnTo>
                  <a:pt x="3433763" y="0"/>
                </a:lnTo>
                <a:lnTo>
                  <a:pt x="3433763" y="3433763"/>
                </a:lnTo>
                <a:cubicBezTo>
                  <a:pt x="1537383" y="3433763"/>
                  <a:pt x="0" y="1896380"/>
                  <a:pt x="0" y="0"/>
                </a:cubicBezTo>
                <a:close/>
              </a:path>
            </a:pathLst>
          </a:custGeom>
          <a:solidFill>
            <a:schemeClr val="accent2"/>
          </a:solidFill>
          <a:ln w="4756" cap="flat">
            <a:noFill/>
            <a:prstDash val="solid"/>
            <a:miter/>
          </a:ln>
        </p:spPr>
        <p:txBody>
          <a:bodyPr rtlCol="0" anchor="ctr"/>
          <a:lstStyle/>
          <a:p>
            <a:endParaRPr lang="en-US" dirty="0"/>
          </a:p>
        </p:txBody>
      </p:sp>
      <p:sp>
        <p:nvSpPr>
          <p:cNvPr id="26" name="Image 4" descr="preencoded.png"/>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53" name="Image 7" descr="preencoded.png"/>
          <p:cNvSpPr/>
          <p:nvPr/>
        </p:nvSpPr>
        <p:spPr>
          <a:xfrm flipV="1">
            <a:off x="-20086" y="4580051"/>
            <a:ext cx="2277948" cy="2277948"/>
          </a:xfrm>
          <a:custGeom>
            <a:avLst/>
            <a:gdLst>
              <a:gd name="connsiteX0" fmla="*/ 0 w 2277948"/>
              <a:gd name="connsiteY0" fmla="*/ 2277948 h 2277948"/>
              <a:gd name="connsiteX1" fmla="*/ 2277948 w 2277948"/>
              <a:gd name="connsiteY1" fmla="*/ 0 h 2277948"/>
              <a:gd name="connsiteX2" fmla="*/ 0 w 2277948"/>
              <a:gd name="connsiteY2" fmla="*/ 0 h 2277948"/>
              <a:gd name="connsiteX3" fmla="*/ 0 w 2277948"/>
              <a:gd name="connsiteY3" fmla="*/ 2277948 h 2277948"/>
            </a:gdLst>
            <a:ahLst/>
            <a:cxnLst>
              <a:cxn ang="0">
                <a:pos x="connsiteX0" y="connsiteY0"/>
              </a:cxn>
              <a:cxn ang="0">
                <a:pos x="connsiteX1" y="connsiteY1"/>
              </a:cxn>
              <a:cxn ang="0">
                <a:pos x="connsiteX2" y="connsiteY2"/>
              </a:cxn>
              <a:cxn ang="0">
                <a:pos x="connsiteX3" y="connsiteY3"/>
              </a:cxn>
            </a:cxnLst>
            <a:rect l="l" t="t" r="r" b="b"/>
            <a:pathLst>
              <a:path w="2277948" h="2277948">
                <a:moveTo>
                  <a:pt x="0" y="2277948"/>
                </a:moveTo>
                <a:cubicBezTo>
                  <a:pt x="1258034" y="2277948"/>
                  <a:pt x="2277948" y="1258034"/>
                  <a:pt x="2277948" y="0"/>
                </a:cubicBezTo>
                <a:lnTo>
                  <a:pt x="0" y="0"/>
                </a:lnTo>
                <a:lnTo>
                  <a:pt x="0" y="2277948"/>
                </a:lnTo>
                <a:close/>
              </a:path>
            </a:pathLst>
          </a:custGeom>
          <a:solidFill>
            <a:schemeClr val="accent4"/>
          </a:solidFill>
          <a:ln w="5083" cap="flat">
            <a:noFill/>
            <a:prstDash val="solid"/>
            <a:miter/>
          </a:ln>
        </p:spPr>
        <p:txBody>
          <a:bodyPr rtlCol="0" anchor="ctr"/>
          <a:lstStyle/>
          <a:p>
            <a:endParaRPr lang="en-US" dirty="0"/>
          </a:p>
        </p:txBody>
      </p:sp>
      <p:pic>
        <p:nvPicPr>
          <p:cNvPr id="21" name="Image 2" descr="preencoded.png"/>
          <p:cNvPicPr>
            <a:picLocks noChangeAspect="1"/>
          </p:cNvPicPr>
          <p:nvPr userDrawn="1"/>
        </p:nvPicPr>
        <p:blipFill>
          <a:blip r:embed="rId2" cstate="screen">
            <a:extLst>
              <a:ext uri="{96DAC541-7B7A-43D3-8B79-37D633B846F1}">
                <asvg:svgBlip xmlns:asvg="http://schemas.microsoft.com/office/drawing/2016/SVG/main" r:embed="rId3"/>
              </a:ext>
            </a:extLst>
          </a:blip>
          <a:srcRect/>
          <a:stretch>
            <a:fillRect/>
          </a:stretch>
        </p:blipFill>
        <p:spPr>
          <a:xfrm>
            <a:off x="9991886" y="3441269"/>
            <a:ext cx="2200114" cy="2200114"/>
          </a:xfrm>
          <a:prstGeom prst="rect">
            <a:avLst/>
          </a:prstGeom>
        </p:spPr>
      </p:pic>
      <p:sp>
        <p:nvSpPr>
          <p:cNvPr id="54" name="Image 2" descr="preencoded.png"/>
          <p:cNvSpPr/>
          <p:nvPr/>
        </p:nvSpPr>
        <p:spPr>
          <a:xfrm>
            <a:off x="1707959" y="5667616"/>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2" name="Title 1"/>
          <p:cNvSpPr>
            <a:spLocks noGrp="1"/>
          </p:cNvSpPr>
          <p:nvPr>
            <p:ph type="title"/>
          </p:nvPr>
        </p:nvSpPr>
        <p:spPr>
          <a:xfrm>
            <a:off x="1508760" y="1883664"/>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p:ph idx="1"/>
          </p:nvPr>
        </p:nvSpPr>
        <p:spPr>
          <a:xfrm>
            <a:off x="1508760" y="2837688"/>
            <a:ext cx="5879592"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fld>
            <a:endParaRPr lang="en-US" dirty="0"/>
          </a:p>
        </p:txBody>
      </p:sp>
      <p:sp>
        <p:nvSpPr>
          <p:cNvPr id="4" name="Footer Placeholder 3"/>
          <p:cNvSpPr>
            <a:spLocks noGrp="1"/>
          </p:cNvSpPr>
          <p:nvPr>
            <p:ph type="ftr" sz="quarter" idx="13"/>
          </p:nvPr>
        </p:nvSpPr>
        <p:spPr/>
        <p:txBody>
          <a:bodyPr/>
          <a:lstStyle/>
          <a:p>
            <a:r>
              <a:rPr lang="en-US"/>
              <a:t>Presentation title</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9" name="Freeform: Shape 18" descr="preencoded.png"/>
          <p:cNvSpPr/>
          <p:nvPr userDrawn="1"/>
        </p:nvSpPr>
        <p:spPr>
          <a:xfrm>
            <a:off x="7538626" y="13142"/>
            <a:ext cx="4653374" cy="6831717"/>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descr="preencoded.png"/>
          <p:cNvPicPr>
            <a:picLocks noChangeAspect="1"/>
          </p:cNvPicPr>
          <p:nvPr userDrawn="1"/>
        </p:nvPicPr>
        <p:blipFill>
          <a:blip r:embed="rId2" cstate="screen">
            <a:extLst>
              <a:ext uri="{96DAC541-7B7A-43D3-8B79-37D633B846F1}">
                <asvg:svgBlip xmlns:asvg="http://schemas.microsoft.com/office/drawing/2016/SVG/main" r:embed="rId3"/>
              </a:ext>
            </a:extLst>
          </a:blip>
          <a:srcRect/>
          <a:stretch>
            <a:fillRect/>
          </a:stretch>
        </p:blipFill>
        <p:spPr>
          <a:xfrm>
            <a:off x="8737234" y="-25041"/>
            <a:ext cx="3432191" cy="3432191"/>
          </a:xfrm>
          <a:prstGeom prst="rect">
            <a:avLst/>
          </a:prstGeom>
        </p:spPr>
      </p:pic>
      <p:sp>
        <p:nvSpPr>
          <p:cNvPr id="2" name="Title 1"/>
          <p:cNvSpPr>
            <a:spLocks noGrp="1"/>
          </p:cNvSpPr>
          <p:nvPr>
            <p:ph type="ctrTitle"/>
          </p:nvPr>
        </p:nvSpPr>
        <p:spPr>
          <a:xfrm>
            <a:off x="1527048" y="1975104"/>
            <a:ext cx="4169664" cy="667512"/>
          </a:xfrm>
        </p:spPr>
        <p:txBody>
          <a:bodyPr tIns="0" anchor="ctr">
            <a:noAutofit/>
          </a:bodyPr>
          <a:lstStyle>
            <a:lvl1pPr algn="l">
              <a:defRPr sz="4400"/>
            </a:lvl1pPr>
          </a:lstStyle>
          <a:p>
            <a:r>
              <a:rPr lang="en-US"/>
              <a:t>Click to edit Master title style</a:t>
            </a:r>
            <a:endParaRPr lang="en-US" dirty="0"/>
          </a:p>
        </p:txBody>
      </p:sp>
      <p:sp>
        <p:nvSpPr>
          <p:cNvPr id="3" name="Subtitle 2"/>
          <p:cNvSpPr>
            <a:spLocks noGrp="1"/>
          </p:cNvSpPr>
          <p:nvPr>
            <p:ph type="subTitle" idx="1"/>
          </p:nvPr>
        </p:nvSpPr>
        <p:spPr>
          <a:xfrm>
            <a:off x="1545336" y="2846832"/>
            <a:ext cx="4169664" cy="2176272"/>
          </a:xfrm>
        </p:spPr>
        <p:txBody>
          <a:bodyPr lIns="91440" tIns="0" rIns="91440" bIns="0">
            <a:noAutofit/>
          </a:bodyPr>
          <a:lstStyle>
            <a:lvl1pPr marL="0" indent="0" algn="l">
              <a:spcBef>
                <a:spcPts val="575"/>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Image 0" descr="preencoded.png"/>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1" name="Image 1" descr="preencoded.png"/>
          <p:cNvPicPr>
            <a:picLocks noChangeAspect="1"/>
          </p:cNvPicPr>
          <p:nvPr userDrawn="1"/>
        </p:nvPicPr>
        <p:blipFill>
          <a:blip r:embed="rId2" cstate="screen">
            <a:extLst>
              <a:ext uri="{96DAC541-7B7A-43D3-8B79-37D633B846F1}">
                <asvg:svgBlip xmlns:asvg="http://schemas.microsoft.com/office/drawing/2016/SVG/main" r:embed="rId3"/>
              </a:ext>
            </a:extLst>
          </a:blip>
          <a:srcRect/>
          <a:stretch>
            <a:fillRect/>
          </a:stretch>
        </p:blipFill>
        <p:spPr>
          <a:xfrm>
            <a:off x="1703311" y="-2784"/>
            <a:ext cx="1734410" cy="5167313"/>
          </a:xfrm>
          <a:prstGeom prst="rect">
            <a:avLst/>
          </a:prstGeom>
        </p:spPr>
      </p:pic>
      <p:sp>
        <p:nvSpPr>
          <p:cNvPr id="13" name="Freeform: Shape 12"/>
          <p:cNvSpPr/>
          <p:nvPr userDrawn="1"/>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5" name="Image 5" descr="preencoded.png"/>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7" name="Image 6" descr="preencoded.png"/>
          <p:cNvPicPr>
            <a:picLocks noChangeAspect="1"/>
          </p:cNvPicPr>
          <p:nvPr userDrawn="1"/>
        </p:nvPicPr>
        <p:blipFill>
          <a:blip r:embed="rId4" cstate="screen">
            <a:extLst>
              <a:ext uri="{96DAC541-7B7A-43D3-8B79-37D633B846F1}">
                <asvg:svgBlip xmlns:asvg="http://schemas.microsoft.com/office/drawing/2016/SVG/main" r:embed="rId5"/>
              </a:ext>
            </a:extLst>
          </a:blip>
          <a:srcRect/>
          <a:stretch>
            <a:fillRect/>
          </a:stretch>
        </p:blipFill>
        <p:spPr>
          <a:xfrm>
            <a:off x="1718457" y="3440504"/>
            <a:ext cx="1719263" cy="1724025"/>
          </a:xfrm>
          <a:prstGeom prst="rect">
            <a:avLst/>
          </a:prstGeom>
        </p:spPr>
      </p:pic>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
        <p:nvSpPr>
          <p:cNvPr id="18" name="Title 19"/>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9" name="Content Placeholder 3"/>
          <p:cNvSpPr>
            <a:spLocks noGrp="1"/>
          </p:cNvSpPr>
          <p:nvPr>
            <p:ph sz="half" idx="2"/>
          </p:nvPr>
        </p:nvSpPr>
        <p:spPr>
          <a:xfrm>
            <a:off x="368503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0" name="Content Placeholder 5"/>
          <p:cNvSpPr>
            <a:spLocks noGrp="1"/>
          </p:cNvSpPr>
          <p:nvPr>
            <p:ph sz="quarter" idx="4"/>
          </p:nvPr>
        </p:nvSpPr>
        <p:spPr>
          <a:xfrm>
            <a:off x="775411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9" name="Freeform: Shape 8"/>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8" name="Freeform: Shape 7"/>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3" name="Footer Placeholder 2"/>
          <p:cNvSpPr>
            <a:spLocks noGrp="1"/>
          </p:cNvSpPr>
          <p:nvPr>
            <p:ph type="ftr" sz="quarter" idx="11"/>
          </p:nvPr>
        </p:nvSpPr>
        <p:spPr/>
        <p:txBody>
          <a:bodyPr/>
          <a:lstStyle/>
          <a:p>
            <a:r>
              <a:rPr lang="en-US"/>
              <a:t>Presentation title</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58952" y="1216152"/>
            <a:ext cx="10671048" cy="76809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p:ph type="ftr" sz="quarter" idx="3"/>
          </p:nvPr>
        </p:nvSpPr>
        <p:spPr>
          <a:xfrm>
            <a:off x="621792" y="457200"/>
            <a:ext cx="3200400" cy="274320"/>
          </a:xfrm>
          <a:prstGeom prst="rect">
            <a:avLst/>
          </a:prstGeom>
        </p:spPr>
        <p:txBody>
          <a:bodyPr vert="horz" lIns="91440" tIns="45720" rIns="91440" bIns="45720" rtlCol="0" anchor="ctr"/>
          <a:lstStyle>
            <a:lvl1pPr algn="l">
              <a:defRPr sz="1200">
                <a:solidFill>
                  <a:schemeClr val="accent6"/>
                </a:solidFill>
                <a:latin typeface="Arial" panose="020B0604020202020204" pitchFamily="34" charset="0"/>
                <a:cs typeface="Arial" panose="020B0604020202020204" pitchFamily="34" charset="0"/>
              </a:defRPr>
            </a:lvl1pPr>
          </a:lstStyle>
          <a:p>
            <a:r>
              <a:rPr lang="en-US"/>
              <a:t>Presentation title</a:t>
            </a:r>
            <a:endParaRPr lang="en-US" dirty="0"/>
          </a:p>
        </p:txBody>
      </p:sp>
      <p:sp>
        <p:nvSpPr>
          <p:cNvPr id="6" name="Slide Number Placeholder 5"/>
          <p:cNvSpPr>
            <a:spLocks noGrp="1"/>
          </p:cNvSpPr>
          <p:nvPr>
            <p:ph type="sldNum" sz="quarter" idx="4"/>
          </p:nvPr>
        </p:nvSpPr>
        <p:spPr>
          <a:xfrm>
            <a:off x="10945368" y="457200"/>
            <a:ext cx="987552" cy="274320"/>
          </a:xfrm>
          <a:prstGeom prst="rect">
            <a:avLst/>
          </a:prstGeom>
        </p:spPr>
        <p:txBody>
          <a:bodyPr vert="horz" lIns="91440" tIns="45720" rIns="91440" bIns="45720" rtlCol="0" anchor="ctr"/>
          <a:lstStyle>
            <a:lvl1pPr algn="ctr">
              <a:defRPr sz="1200">
                <a:solidFill>
                  <a:schemeClr val="accent6"/>
                </a:solidFill>
                <a:latin typeface="Arial" panose="020B0604020202020204" pitchFamily="34" charset="0"/>
                <a:cs typeface="Arial" panose="020B0604020202020204" pitchFamily="34" charset="0"/>
              </a:defRPr>
            </a:lvl1pPr>
          </a:lstStyle>
          <a:p>
            <a:fld id="{48F63A3B-78C7-47BE-AE5E-E10140E04643}"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dt="0"/>
  <p:txStyles>
    <p:titleStyle>
      <a:lvl1pPr algn="ctr" defTabSz="914400" rtl="0" eaLnBrk="1" latinLnBrk="0" hangingPunct="1">
        <a:lnSpc>
          <a:spcPts val="4875"/>
        </a:lnSpc>
        <a:spcBef>
          <a:spcPct val="0"/>
        </a:spcBef>
        <a:buNone/>
        <a:defRPr sz="4400" b="1" kern="1200" cap="all" baseline="0">
          <a:solidFill>
            <a:schemeClr val="accent6"/>
          </a:solidFill>
          <a:latin typeface="+mj-lt"/>
          <a:ea typeface="+mj-ea"/>
          <a:cs typeface="+mj-cs"/>
        </a:defRPr>
      </a:lvl1pPr>
    </p:titleStyle>
    <p:bodyStyle>
      <a:lvl1pPr marL="347345" indent="-347345"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345"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345"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345"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345"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cool</a:t>
            </a:r>
            <a:endParaRPr lang="en-US" dirty="0"/>
          </a:p>
        </p:txBody>
      </p:sp>
      <p:sp>
        <p:nvSpPr>
          <p:cNvPr id="3" name="Subtitle 2"/>
          <p:cNvSpPr>
            <a:spLocks noGrp="1"/>
          </p:cNvSpPr>
          <p:nvPr>
            <p:ph type="subTitle" idx="1"/>
          </p:nvPr>
        </p:nvSpPr>
        <p:spPr>
          <a:xfrm>
            <a:off x="4349750" y="3483610"/>
            <a:ext cx="4452620" cy="878840"/>
          </a:xfrm>
        </p:spPr>
        <p:txBody>
          <a:bodyPr>
            <a:noAutofit/>
          </a:bodyPr>
          <a:lstStyle/>
          <a:p>
            <a:pPr marL="914400" lvl="2" indent="457200" algn="l"/>
            <a:r>
              <a:rPr lang="en-US" sz="2800" b="1" dirty="0" err="1"/>
              <a:t>MKU PAI</a:t>
            </a:r>
            <a:endParaRPr lang="en-US" sz="2800" b="1" dirty="0" err="1"/>
          </a:p>
          <a:p>
            <a:pPr algn="l"/>
            <a:r>
              <a:rPr lang="en-US" sz="2800" b="1" dirty="0" err="1"/>
              <a:t>Universitas</a:t>
            </a:r>
            <a:r>
              <a:rPr lang="en-US" sz="2800" b="1" dirty="0"/>
              <a:t> Safin </a:t>
            </a:r>
            <a:r>
              <a:rPr lang="en-US" sz="2800" b="1" dirty="0" err="1"/>
              <a:t>Pati</a:t>
            </a:r>
            <a:endParaRPr lang="en-US" sz="2800" b="1" dirty="0"/>
          </a:p>
        </p:txBody>
      </p:sp>
      <p:pic>
        <p:nvPicPr>
          <p:cNvPr id="5" name="Picture 4"/>
          <p:cNvPicPr>
            <a:picLocks noChangeAspect="1"/>
          </p:cNvPicPr>
          <p:nvPr/>
        </p:nvPicPr>
        <p:blipFill>
          <a:blip r:embed="rId1"/>
          <a:stretch>
            <a:fillRect/>
          </a:stretch>
        </p:blipFill>
        <p:spPr>
          <a:xfrm>
            <a:off x="1452879" y="1122363"/>
            <a:ext cx="9215121" cy="2306637"/>
          </a:xfrm>
          <a:prstGeom prst="rect">
            <a:avLst/>
          </a:prstGeom>
        </p:spPr>
      </p:pic>
      <p:sp>
        <p:nvSpPr>
          <p:cNvPr id="8" name="Rectangle 7"/>
          <p:cNvSpPr/>
          <p:nvPr/>
        </p:nvSpPr>
        <p:spPr>
          <a:xfrm>
            <a:off x="3629025" y="1486535"/>
            <a:ext cx="6949440" cy="16541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2800" b="1" i="0" u="none" strike="noStrike" baseline="0">
                <a:solidFill>
                  <a:schemeClr val="tx1"/>
                </a:solidFill>
                <a:latin typeface="NotoSerif-Bold"/>
              </a:rPr>
              <a:t>Tujuan Pendidikan Agama Islam</a:t>
            </a:r>
            <a:endParaRPr lang="en-US" sz="2800" b="1" i="0" u="none" strike="noStrike" baseline="0">
              <a:solidFill>
                <a:schemeClr val="tx1"/>
              </a:solidFill>
              <a:latin typeface="NotoSerif-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793750" y="682625"/>
            <a:ext cx="10653395" cy="5210175"/>
          </a:xfrm>
        </p:spPr>
        <p:txBody>
          <a:bodyPr/>
          <a:p>
            <a:pPr marL="342900" indent="-342900">
              <a:buFont typeface="Wingdings" panose="05000000000000000000" charset="0"/>
              <a:buChar char="v"/>
            </a:pPr>
            <a:r>
              <a:rPr lang="en-US"/>
              <a:t>tujuan utama kegiatan pendidikan agama Islam (PAI) adalah sebagai berikut:</a:t>
            </a:r>
            <a:endParaRPr lang="en-US"/>
          </a:p>
          <a:p>
            <a:r>
              <a:rPr lang="en-US"/>
              <a:t>1.Aspek kognitif; agar anak didik memahami Islam dengan paradigma yang benar (berpikir paradigmatis).</a:t>
            </a:r>
            <a:endParaRPr lang="en-US"/>
          </a:p>
          <a:p>
            <a:r>
              <a:rPr lang="en-US"/>
              <a:t>2.Aspek afektif; agar anak didik mampu mengapresiasi Islam secara mendalam sehingga mereka mampu mengimani kebenaran Islam, mampu mengelola emosinya secara benar dan teratur, serta mampu menghayati ajaran Islam sehingga         dapat meningkatkan keimanan dan ketakwaan. (hubungan horizontal).</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499870" y="1277620"/>
            <a:ext cx="8813800" cy="4615180"/>
          </a:xfrm>
        </p:spPr>
        <p:txBody>
          <a:bodyPr/>
          <a:p>
            <a:r>
              <a:rPr lang="en-US" sz="2800">
                <a:sym typeface="+mn-ea"/>
              </a:rPr>
              <a:t>3.Aspek psikomotor; agar anak didik  mampu  mengamalkan  ajaran Islam secara komprehensif, baik dalam hablun minallah (hubungan vertikal), hablun minannas, dan hablun minal ’alam (hubungan horizontal).</a:t>
            </a:r>
            <a:endParaRPr lang="en-US" sz="2800"/>
          </a:p>
          <a:p>
            <a:endParaRPr lang="en-US"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392430" y="359410"/>
            <a:ext cx="11230610" cy="60940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68325" y="426085"/>
            <a:ext cx="10104755" cy="5466715"/>
          </a:xfrm>
        </p:spPr>
        <p:txBody>
          <a:bodyPr/>
          <a:p>
            <a:pPr marL="342900" indent="-342900">
              <a:buFont typeface="Arial" panose="020B0604020202020204" pitchFamily="34" charset="0"/>
              <a:buChar char="•"/>
            </a:pPr>
            <a:r>
              <a:rPr lang="en-US"/>
              <a:t>berkaitan dengan fenomena karakter buruk para siswa dan lambat laun akan berbahaya bagi keberlangsungan peradaban bangsa. </a:t>
            </a:r>
            <a:endParaRPr lang="en-US"/>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pPr marL="342900" indent="-342900">
              <a:buFont typeface="Arial" panose="020B0604020202020204" pitchFamily="34" charset="0"/>
              <a:buChar char="•"/>
            </a:pPr>
            <a:r>
              <a:rPr lang="en-US"/>
              <a:t>   https://youtu.be/sY68JZeW5_E    </a:t>
            </a:r>
            <a:endParaRPr lang="en-US"/>
          </a:p>
          <a:p>
            <a:pPr marL="342900" indent="-342900">
              <a:buFont typeface="Arial" panose="020B0604020202020204" pitchFamily="34" charset="0"/>
              <a:buChar char="•"/>
            </a:pPr>
            <a:r>
              <a:rPr lang="en-US"/>
              <a:t>   https://youtu.be/X0wviV0w0S0           </a:t>
            </a:r>
            <a:r>
              <a:rPr lang="en-US" sz="3200">
                <a:sym typeface="+mn-ea"/>
              </a:rPr>
              <a:t>     </a:t>
            </a:r>
            <a:endParaRPr lang="en-US" sz="3200"/>
          </a:p>
          <a:p>
            <a:pPr marL="4000500" lvl="8" indent="-342900">
              <a:buFont typeface="Arial" panose="020B0604020202020204" pitchFamily="34" charset="0"/>
              <a:buChar char="•"/>
            </a:pPr>
            <a:endParaRPr lang="en-US" sz="3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p:txBody>
          <a:bodyPr/>
          <a:p>
            <a:r>
              <a:rPr lang="en-US" sz="2800"/>
              <a:t>Konsep  pendidikan islam</a:t>
            </a:r>
            <a:endParaRPr lang="en-US" sz="2800"/>
          </a:p>
        </p:txBody>
      </p:sp>
      <p:sp>
        <p:nvSpPr>
          <p:cNvPr id="8" name="Text Placeholder 7"/>
          <p:cNvSpPr>
            <a:spLocks noGrp="1"/>
          </p:cNvSpPr>
          <p:nvPr>
            <p:ph type="body" sz="quarter" idx="14"/>
          </p:nvPr>
        </p:nvSpPr>
        <p:spPr>
          <a:xfrm>
            <a:off x="758825" y="2393315"/>
            <a:ext cx="2598420" cy="3705860"/>
          </a:xfrm>
        </p:spPr>
        <p:txBody>
          <a:bodyPr/>
          <a:p>
            <a:r>
              <a:rPr lang="en-US"/>
              <a:t>Tarbiyah</a:t>
            </a:r>
            <a:endParaRPr lang="en-US"/>
          </a:p>
        </p:txBody>
      </p:sp>
      <p:sp>
        <p:nvSpPr>
          <p:cNvPr id="9" name="Text Placeholder 8"/>
          <p:cNvSpPr>
            <a:spLocks noGrp="1"/>
          </p:cNvSpPr>
          <p:nvPr>
            <p:ph type="body" sz="quarter" idx="15"/>
          </p:nvPr>
        </p:nvSpPr>
        <p:spPr>
          <a:xfrm>
            <a:off x="916940" y="3429000"/>
            <a:ext cx="2283460" cy="2536190"/>
          </a:xfrm>
        </p:spPr>
        <p:txBody>
          <a:bodyPr/>
          <a:p>
            <a:r>
              <a:rPr lang="en-US" sz="2400"/>
              <a:t>Proses  menuju kesempurnaan metode step by step</a:t>
            </a:r>
            <a:endParaRPr lang="en-US" sz="2400"/>
          </a:p>
        </p:txBody>
      </p:sp>
      <p:sp>
        <p:nvSpPr>
          <p:cNvPr id="11" name="Text Placeholder 10"/>
          <p:cNvSpPr>
            <a:spLocks noGrp="1"/>
          </p:cNvSpPr>
          <p:nvPr>
            <p:ph type="body" sz="quarter" idx="16"/>
          </p:nvPr>
        </p:nvSpPr>
        <p:spPr>
          <a:xfrm>
            <a:off x="3477260" y="2376805"/>
            <a:ext cx="2598420" cy="3722370"/>
          </a:xfrm>
        </p:spPr>
        <p:txBody>
          <a:bodyPr/>
          <a:p>
            <a:r>
              <a:rPr lang="en-US"/>
              <a:t>Ta’lim</a:t>
            </a:r>
            <a:endParaRPr lang="en-US"/>
          </a:p>
        </p:txBody>
      </p:sp>
      <p:sp>
        <p:nvSpPr>
          <p:cNvPr id="12" name="Text Placeholder 11"/>
          <p:cNvSpPr>
            <a:spLocks noGrp="1"/>
          </p:cNvSpPr>
          <p:nvPr>
            <p:ph type="body" sz="quarter" idx="18"/>
          </p:nvPr>
        </p:nvSpPr>
        <p:spPr>
          <a:xfrm>
            <a:off x="3674110" y="3465195"/>
            <a:ext cx="2283460" cy="2499995"/>
          </a:xfrm>
        </p:spPr>
        <p:txBody>
          <a:bodyPr/>
          <a:p>
            <a:r>
              <a:rPr lang="en-US" sz="2400"/>
              <a:t>Proses secara terus menerus yg hanya mencakup elen kognitif saja</a:t>
            </a:r>
            <a:endParaRPr lang="en-US" sz="2400"/>
          </a:p>
        </p:txBody>
      </p:sp>
      <p:sp>
        <p:nvSpPr>
          <p:cNvPr id="14" name="Text Placeholder 13"/>
          <p:cNvSpPr>
            <a:spLocks noGrp="1"/>
          </p:cNvSpPr>
          <p:nvPr>
            <p:ph type="body" sz="quarter" idx="19"/>
          </p:nvPr>
        </p:nvSpPr>
        <p:spPr>
          <a:xfrm>
            <a:off x="6274435" y="2422525"/>
            <a:ext cx="2598420" cy="3677285"/>
          </a:xfrm>
        </p:spPr>
        <p:txBody>
          <a:bodyPr/>
          <a:p>
            <a:r>
              <a:rPr lang="en-US"/>
              <a:t>Ta’dib</a:t>
            </a:r>
            <a:endParaRPr lang="en-US"/>
          </a:p>
        </p:txBody>
      </p:sp>
      <p:sp>
        <p:nvSpPr>
          <p:cNvPr id="15" name="Text Placeholder 14"/>
          <p:cNvSpPr>
            <a:spLocks noGrp="1"/>
          </p:cNvSpPr>
          <p:nvPr>
            <p:ph type="body" sz="quarter" idx="21"/>
          </p:nvPr>
        </p:nvSpPr>
        <p:spPr>
          <a:xfrm>
            <a:off x="6432550" y="3465830"/>
            <a:ext cx="2283460" cy="2499995"/>
          </a:xfrm>
        </p:spPr>
        <p:txBody>
          <a:bodyPr/>
          <a:p>
            <a:r>
              <a:rPr lang="en-US" sz="2400">
                <a:sym typeface="+mn-ea"/>
              </a:rPr>
              <a:t>Pemahaman Imu, mengakui kekeuasaan Allah</a:t>
            </a:r>
            <a:endParaRPr lang="en-US" sz="2400"/>
          </a:p>
          <a:p>
            <a:endParaRPr lang="en-US" sz="2400"/>
          </a:p>
        </p:txBody>
      </p:sp>
      <p:sp>
        <p:nvSpPr>
          <p:cNvPr id="17" name="Text Placeholder 16"/>
          <p:cNvSpPr>
            <a:spLocks noGrp="1"/>
          </p:cNvSpPr>
          <p:nvPr>
            <p:ph type="body" sz="quarter" idx="22"/>
          </p:nvPr>
        </p:nvSpPr>
        <p:spPr>
          <a:xfrm>
            <a:off x="9032240" y="2395855"/>
            <a:ext cx="2598420" cy="3703955"/>
          </a:xfrm>
        </p:spPr>
        <p:txBody>
          <a:bodyPr/>
          <a:p>
            <a:r>
              <a:rPr lang="en-US"/>
              <a:t>riyadhah</a:t>
            </a:r>
            <a:endParaRPr lang="en-US"/>
          </a:p>
        </p:txBody>
      </p:sp>
      <p:sp>
        <p:nvSpPr>
          <p:cNvPr id="18" name="Text Placeholder 17"/>
          <p:cNvSpPr>
            <a:spLocks noGrp="1"/>
          </p:cNvSpPr>
          <p:nvPr>
            <p:ph type="body" sz="quarter" idx="24"/>
          </p:nvPr>
        </p:nvSpPr>
        <p:spPr>
          <a:xfrm>
            <a:off x="9190990" y="3409950"/>
            <a:ext cx="2283460" cy="2555875"/>
          </a:xfrm>
        </p:spPr>
        <p:txBody>
          <a:bodyPr/>
          <a:p>
            <a:r>
              <a:rPr lang="en-US" sz="2400"/>
              <a:t>mendidik dengan menekankan pada  “Afektif”</a:t>
            </a:r>
            <a:endParaRPr lang="en-US" sz="2400"/>
          </a:p>
        </p:txBody>
      </p:sp>
      <p:sp>
        <p:nvSpPr>
          <p:cNvPr id="4" name="Footer Placeholder 3"/>
          <p:cNvSpPr>
            <a:spLocks noGrp="1"/>
          </p:cNvSpPr>
          <p:nvPr>
            <p:ph type="ftr" sz="quarter" idx="11"/>
          </p:nvPr>
        </p:nvSpPr>
        <p:spPr>
          <a:xfrm>
            <a:off x="621665" y="156845"/>
            <a:ext cx="10737850" cy="1043305"/>
          </a:xfrm>
        </p:spPr>
        <p:txBody>
          <a:bodyPr/>
          <a:p>
            <a:r>
              <a:rPr lang="en-US" sz="1800" dirty="0"/>
              <a:t>hasil rekomendasi konfrensi  internasional  I tentang pendidika Agama Islam di Makkah th 1977</a:t>
            </a:r>
            <a:endParaRPr lang="en-US" sz="1800" dirty="0"/>
          </a:p>
        </p:txBody>
      </p:sp>
      <p:sp>
        <p:nvSpPr>
          <p:cNvPr id="5" name="Slide Number Placeholder 4"/>
          <p:cNvSpPr>
            <a:spLocks noGrp="1"/>
          </p:cNvSpPr>
          <p:nvPr>
            <p:ph type="sldNum" sz="quarter" idx="12"/>
          </p:nvPr>
        </p:nvSpPr>
        <p:spPr/>
        <p:txBody>
          <a:bodyPr/>
          <a:p>
            <a:fld id="{48F63A3B-78C7-47BE-AE5E-E10140E04643}" type="slidenum">
              <a:rPr lang="en-US" smtClean="0"/>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89890" y="380365"/>
            <a:ext cx="11001375" cy="5860415"/>
          </a:xfrm>
        </p:spPr>
        <p:txBody>
          <a:bodyPr/>
          <a:p>
            <a:r>
              <a:rPr lang="en-US"/>
              <a:t>Menurut PPRI nomor 55 Tahun 2007 </a:t>
            </a:r>
            <a:r>
              <a:rPr lang="en-US">
                <a:sym typeface="+mn-ea"/>
              </a:rPr>
              <a:t>Bab 1 Pasal 1 dan 2</a:t>
            </a:r>
            <a:r>
              <a:rPr lang="en-US"/>
              <a:t>tentang Pendidikan Agama dan Pendidikan Keagamaan“Pendidikan agama dan keagamaan itu merupakan pendidikan dilaksanakan melalui mata pelajaran atau kuliah pada semua jenjang pendidikan yang bertujuan untuk memberikan pengetahuan serta membentuk sikap, kepribadian manusia yang beriman dan bertakwa kepada Tuhan Yang Maha Esa, juga keterampilan dan kemampuan peserta didik dalam menyikapi nilai-nilai agama, serta untuk mempersiapkan peserta didik menjadi manusia yang dapat menjalankan dan mengamalkan ajaran agamanya” (Kementerian Hukum, 2015). </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a:xfrm>
            <a:off x="758825" y="788670"/>
            <a:ext cx="10671175" cy="983615"/>
          </a:xfrm>
        </p:spPr>
        <p:txBody>
          <a:bodyPr/>
          <a:p>
            <a:r>
              <a:rPr lang="en-US" sz="2400"/>
              <a:t>DASAR PENDIDIKAN AGAMA ISLAM</a:t>
            </a:r>
            <a:endParaRPr lang="en-US" sz="2400"/>
          </a:p>
        </p:txBody>
      </p:sp>
      <p:sp>
        <p:nvSpPr>
          <p:cNvPr id="7" name="Text Placeholder 6"/>
          <p:cNvSpPr>
            <a:spLocks noGrp="1"/>
          </p:cNvSpPr>
          <p:nvPr>
            <p:ph type="body" idx="1"/>
          </p:nvPr>
        </p:nvSpPr>
        <p:spPr/>
        <p:txBody>
          <a:bodyPr/>
          <a:p>
            <a:r>
              <a:rPr lang="en-US"/>
              <a:t>Dasar Yuridis</a:t>
            </a:r>
            <a:endParaRPr lang="en-US"/>
          </a:p>
        </p:txBody>
      </p:sp>
      <p:sp>
        <p:nvSpPr>
          <p:cNvPr id="8" name="Picture Placeholder 7"/>
          <p:cNvSpPr>
            <a:spLocks noGrp="1" noChangeAspect="1"/>
          </p:cNvSpPr>
          <p:nvPr>
            <p:ph type="pic" sz="quarter" idx="23"/>
          </p:nvPr>
        </p:nvSpPr>
        <p:spPr/>
      </p:sp>
      <p:sp>
        <p:nvSpPr>
          <p:cNvPr id="9" name="Text Placeholder 8"/>
          <p:cNvSpPr>
            <a:spLocks noGrp="1"/>
          </p:cNvSpPr>
          <p:nvPr>
            <p:ph type="body" sz="quarter" idx="18"/>
          </p:nvPr>
        </p:nvSpPr>
        <p:spPr/>
        <p:txBody>
          <a:bodyPr/>
          <a:p>
            <a:r>
              <a:rPr lang="en-US" sz="2000"/>
              <a:t>-Pancasila dan UUD 45</a:t>
            </a:r>
            <a:endParaRPr lang="en-US" sz="2000"/>
          </a:p>
          <a:p>
            <a:r>
              <a:rPr lang="en-US" sz="2000"/>
              <a:t>GBHN</a:t>
            </a:r>
            <a:endParaRPr lang="en-US" sz="2000"/>
          </a:p>
          <a:p>
            <a:r>
              <a:rPr lang="en-US" sz="2000"/>
              <a:t>Ketetapan MPR RI/II/1993</a:t>
            </a:r>
            <a:endParaRPr lang="en-US" sz="2000"/>
          </a:p>
        </p:txBody>
      </p:sp>
      <p:sp>
        <p:nvSpPr>
          <p:cNvPr id="10" name="Text Placeholder 9"/>
          <p:cNvSpPr>
            <a:spLocks noGrp="1"/>
          </p:cNvSpPr>
          <p:nvPr>
            <p:ph type="body" sz="quarter" idx="15"/>
          </p:nvPr>
        </p:nvSpPr>
        <p:spPr/>
        <p:txBody>
          <a:bodyPr/>
          <a:p>
            <a:r>
              <a:rPr lang="en-US"/>
              <a:t>Dasar Religius</a:t>
            </a:r>
            <a:endParaRPr lang="en-US"/>
          </a:p>
        </p:txBody>
      </p:sp>
      <p:sp>
        <p:nvSpPr>
          <p:cNvPr id="11" name="Picture Placeholder 10"/>
          <p:cNvSpPr>
            <a:spLocks noGrp="1" noChangeAspect="1"/>
          </p:cNvSpPr>
          <p:nvPr>
            <p:ph type="pic" sz="quarter" idx="25"/>
          </p:nvPr>
        </p:nvSpPr>
        <p:spPr/>
      </p:sp>
      <p:sp>
        <p:nvSpPr>
          <p:cNvPr id="12" name="Text Placeholder 11"/>
          <p:cNvSpPr>
            <a:spLocks noGrp="1"/>
          </p:cNvSpPr>
          <p:nvPr>
            <p:ph type="body" sz="quarter" idx="21"/>
          </p:nvPr>
        </p:nvSpPr>
        <p:spPr/>
        <p:txBody>
          <a:bodyPr/>
          <a:p>
            <a:r>
              <a:rPr lang="en-US" sz="2000"/>
              <a:t>Al Qur’an</a:t>
            </a:r>
            <a:endParaRPr lang="en-US" sz="2000"/>
          </a:p>
          <a:p>
            <a:r>
              <a:rPr lang="en-US" sz="2000"/>
              <a:t>-An Nahl, 125</a:t>
            </a:r>
            <a:endParaRPr lang="en-US" sz="2000"/>
          </a:p>
          <a:p>
            <a:r>
              <a:rPr lang="en-US" sz="2000"/>
              <a:t>_Ali Imron, 104</a:t>
            </a:r>
            <a:endParaRPr lang="en-US" sz="2000"/>
          </a:p>
          <a:p>
            <a:r>
              <a:rPr lang="en-US" sz="2000"/>
              <a:t>Hadist Nabi Muhammad SAW</a:t>
            </a:r>
            <a:endParaRPr lang="en-US" sz="2000"/>
          </a:p>
        </p:txBody>
      </p:sp>
      <p:sp>
        <p:nvSpPr>
          <p:cNvPr id="13" name="Text Placeholder 12"/>
          <p:cNvSpPr>
            <a:spLocks noGrp="1"/>
          </p:cNvSpPr>
          <p:nvPr>
            <p:ph type="body" sz="quarter" idx="17"/>
          </p:nvPr>
        </p:nvSpPr>
        <p:spPr/>
        <p:txBody>
          <a:bodyPr/>
          <a:p>
            <a:r>
              <a:rPr lang="en-US"/>
              <a:t>Dasar sosial psikologis</a:t>
            </a:r>
            <a:endParaRPr lang="en-US"/>
          </a:p>
        </p:txBody>
      </p:sp>
      <p:sp>
        <p:nvSpPr>
          <p:cNvPr id="14" name="Picture Placeholder 13"/>
          <p:cNvSpPr>
            <a:spLocks noGrp="1" noChangeAspect="1"/>
          </p:cNvSpPr>
          <p:nvPr>
            <p:ph type="pic" sz="quarter" idx="24"/>
          </p:nvPr>
        </p:nvSpPr>
        <p:spPr/>
      </p:sp>
      <p:sp>
        <p:nvSpPr>
          <p:cNvPr id="15" name="Text Placeholder 14"/>
          <p:cNvSpPr>
            <a:spLocks noGrp="1"/>
          </p:cNvSpPr>
          <p:nvPr>
            <p:ph type="body" sz="quarter" idx="22"/>
          </p:nvPr>
        </p:nvSpPr>
        <p:spPr/>
        <p:txBody>
          <a:bodyPr/>
          <a:p>
            <a:r>
              <a:rPr lang="en-US" sz="2000"/>
              <a:t>Pegangan hidup untuk mencapai ketenangan.</a:t>
            </a:r>
            <a:endParaRPr lang="en-US" sz="2000"/>
          </a:p>
          <a:p>
            <a:r>
              <a:rPr lang="en-US" sz="2000"/>
              <a:t>QS Ar Rad , 28</a:t>
            </a:r>
            <a:endParaRPr lang="en-US" sz="2000"/>
          </a:p>
        </p:txBody>
      </p:sp>
      <p:sp>
        <p:nvSpPr>
          <p:cNvPr id="4" name="Footer Placeholder 3"/>
          <p:cNvSpPr>
            <a:spLocks noGrp="1"/>
          </p:cNvSpPr>
          <p:nvPr>
            <p:ph type="ftr" sz="quarter" idx="11"/>
          </p:nvPr>
        </p:nvSpPr>
        <p:spPr/>
        <p:txBody>
          <a:bodyPr/>
          <a:p>
            <a:r>
              <a:rPr lang="en-US"/>
              <a:t>Presentation title</a:t>
            </a:r>
            <a:endParaRPr lang="en-US" dirty="0"/>
          </a:p>
        </p:txBody>
      </p:sp>
      <p:sp>
        <p:nvSpPr>
          <p:cNvPr id="5" name="Slide Number Placeholder 4"/>
          <p:cNvSpPr>
            <a:spLocks noGrp="1"/>
          </p:cNvSpPr>
          <p:nvPr>
            <p:ph type="sldNum" sz="quarter" idx="12"/>
          </p:nvPr>
        </p:nvSpPr>
        <p:spPr/>
        <p:txBody>
          <a:bodyPr/>
          <a:p>
            <a:fld id="{48F63A3B-78C7-47BE-AE5E-E10140E04643}" type="slidenum">
              <a:rPr lang="en-US" smtClean="0"/>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373380" y="378460"/>
            <a:ext cx="11590020" cy="2342515"/>
          </a:xfrm>
          <a:prstGeom prst="rect">
            <a:avLst/>
          </a:prstGeom>
        </p:spPr>
      </p:pic>
      <p:pic>
        <p:nvPicPr>
          <p:cNvPr id="5" name="Picture 4"/>
          <p:cNvPicPr>
            <a:picLocks noChangeAspect="1"/>
          </p:cNvPicPr>
          <p:nvPr/>
        </p:nvPicPr>
        <p:blipFill>
          <a:blip r:embed="rId2"/>
          <a:stretch>
            <a:fillRect/>
          </a:stretch>
        </p:blipFill>
        <p:spPr>
          <a:xfrm>
            <a:off x="373380" y="125095"/>
            <a:ext cx="2305050" cy="254000"/>
          </a:xfrm>
          <a:prstGeom prst="rect">
            <a:avLst/>
          </a:prstGeom>
        </p:spPr>
      </p:pic>
      <p:pic>
        <p:nvPicPr>
          <p:cNvPr id="7" name="Picture 6"/>
          <p:cNvPicPr>
            <a:picLocks noChangeAspect="1"/>
          </p:cNvPicPr>
          <p:nvPr/>
        </p:nvPicPr>
        <p:blipFill>
          <a:blip r:embed="rId3"/>
          <a:stretch>
            <a:fillRect/>
          </a:stretch>
        </p:blipFill>
        <p:spPr>
          <a:xfrm>
            <a:off x="409575" y="2663190"/>
            <a:ext cx="11572875" cy="15290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772160" y="926465"/>
            <a:ext cx="10520680" cy="1969770"/>
          </a:xfrm>
          <a:prstGeom prst="rect">
            <a:avLst/>
          </a:prstGeom>
        </p:spPr>
      </p:pic>
      <p:pic>
        <p:nvPicPr>
          <p:cNvPr id="5" name="Picture 4"/>
          <p:cNvPicPr>
            <a:picLocks noChangeAspect="1"/>
          </p:cNvPicPr>
          <p:nvPr/>
        </p:nvPicPr>
        <p:blipFill>
          <a:blip r:embed="rId2"/>
          <a:stretch>
            <a:fillRect/>
          </a:stretch>
        </p:blipFill>
        <p:spPr>
          <a:xfrm>
            <a:off x="772795" y="2882265"/>
            <a:ext cx="10523220" cy="1755140"/>
          </a:xfrm>
          <a:prstGeom prst="rect">
            <a:avLst/>
          </a:prstGeom>
        </p:spPr>
      </p:pic>
      <p:pic>
        <p:nvPicPr>
          <p:cNvPr id="7" name="Picture 6"/>
          <p:cNvPicPr>
            <a:picLocks noChangeAspect="1"/>
          </p:cNvPicPr>
          <p:nvPr/>
        </p:nvPicPr>
        <p:blipFill>
          <a:blip r:embed="rId3"/>
          <a:stretch>
            <a:fillRect/>
          </a:stretch>
        </p:blipFill>
        <p:spPr>
          <a:xfrm>
            <a:off x="772795" y="342900"/>
            <a:ext cx="2087880" cy="365125"/>
          </a:xfrm>
          <a:prstGeom prst="rect">
            <a:avLst/>
          </a:prstGeom>
        </p:spPr>
      </p:pic>
      <p:pic>
        <p:nvPicPr>
          <p:cNvPr id="11" name="Picture 10"/>
          <p:cNvPicPr>
            <a:picLocks noChangeAspect="1"/>
          </p:cNvPicPr>
          <p:nvPr/>
        </p:nvPicPr>
        <p:blipFill>
          <a:blip r:embed="rId4"/>
          <a:stretch>
            <a:fillRect/>
          </a:stretch>
        </p:blipFill>
        <p:spPr>
          <a:xfrm>
            <a:off x="2860675" y="239395"/>
            <a:ext cx="1322070" cy="5721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589280" y="1075055"/>
            <a:ext cx="9634220" cy="1504950"/>
          </a:xfrm>
          <a:prstGeom prst="rect">
            <a:avLst/>
          </a:prstGeom>
        </p:spPr>
      </p:pic>
      <p:pic>
        <p:nvPicPr>
          <p:cNvPr id="5" name="Picture 4"/>
          <p:cNvPicPr>
            <a:picLocks noChangeAspect="1"/>
          </p:cNvPicPr>
          <p:nvPr/>
        </p:nvPicPr>
        <p:blipFill>
          <a:blip r:embed="rId2"/>
          <a:stretch>
            <a:fillRect/>
          </a:stretch>
        </p:blipFill>
        <p:spPr>
          <a:xfrm>
            <a:off x="583565" y="2597785"/>
            <a:ext cx="9661525" cy="1828165"/>
          </a:xfrm>
          <a:prstGeom prst="rect">
            <a:avLst/>
          </a:prstGeom>
        </p:spPr>
      </p:pic>
      <p:pic>
        <p:nvPicPr>
          <p:cNvPr id="7" name="Picture 6"/>
          <p:cNvPicPr>
            <a:picLocks noChangeAspect="1"/>
          </p:cNvPicPr>
          <p:nvPr/>
        </p:nvPicPr>
        <p:blipFill>
          <a:blip r:embed="rId3"/>
          <a:stretch>
            <a:fillRect/>
          </a:stretch>
        </p:blipFill>
        <p:spPr>
          <a:xfrm>
            <a:off x="583565" y="233045"/>
            <a:ext cx="2071370" cy="510540"/>
          </a:xfrm>
          <a:prstGeom prst="rect">
            <a:avLst/>
          </a:prstGeom>
        </p:spPr>
      </p:pic>
      <p:pic>
        <p:nvPicPr>
          <p:cNvPr id="9" name="Picture 8"/>
          <p:cNvPicPr>
            <a:picLocks noChangeAspect="1"/>
          </p:cNvPicPr>
          <p:nvPr/>
        </p:nvPicPr>
        <p:blipFill>
          <a:blip r:embed="rId4"/>
          <a:stretch>
            <a:fillRect/>
          </a:stretch>
        </p:blipFill>
        <p:spPr>
          <a:xfrm>
            <a:off x="2654935" y="233045"/>
            <a:ext cx="1031240" cy="482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57530" y="498475"/>
            <a:ext cx="10136505" cy="645795"/>
          </a:xfrm>
        </p:spPr>
        <p:txBody>
          <a:bodyPr/>
          <a:p>
            <a:r>
              <a:rPr lang="en-US"/>
              <a:t> </a:t>
            </a:r>
            <a:r>
              <a:rPr lang="en-US" sz="1800"/>
              <a:t>tujuan PAI, baik menurut ahli </a:t>
            </a:r>
            <a:r>
              <a:rPr lang="en-US" sz="1800">
                <a:sym typeface="+mn-ea"/>
              </a:rPr>
              <a:t> </a:t>
            </a:r>
            <a:r>
              <a:rPr lang="en-US" sz="1800"/>
              <a:t>maupun regulasi di Indonesia,</a:t>
            </a:r>
            <a:endParaRPr lang="en-US" sz="1800"/>
          </a:p>
        </p:txBody>
      </p:sp>
      <p:sp>
        <p:nvSpPr>
          <p:cNvPr id="3" name="Content Placeholder 2"/>
          <p:cNvSpPr>
            <a:spLocks noGrp="1"/>
          </p:cNvSpPr>
          <p:nvPr>
            <p:ph idx="1"/>
          </p:nvPr>
        </p:nvSpPr>
        <p:spPr>
          <a:xfrm>
            <a:off x="529590" y="1660525"/>
            <a:ext cx="11028045" cy="4748530"/>
          </a:xfrm>
        </p:spPr>
        <p:txBody>
          <a:bodyPr/>
          <a:p>
            <a:r>
              <a:rPr lang="en-US"/>
              <a:t>1.  telah mewarnai proses pendidikan di Indonesia.</a:t>
            </a:r>
            <a:endParaRPr lang="en-US"/>
          </a:p>
          <a:p>
            <a:r>
              <a:rPr lang="en-US"/>
              <a:t>2. PAI merupakan proses pendidikan dengan ajaran Islam sebagai konten yang diajarkan.</a:t>
            </a:r>
            <a:endParaRPr lang="en-US"/>
          </a:p>
          <a:p>
            <a:r>
              <a:rPr lang="en-US"/>
              <a:t>3. PAI diajarkan di kampus oleh Dosen  PAI yang profesional.</a:t>
            </a:r>
            <a:endParaRPr lang="en-US"/>
          </a:p>
          <a:p>
            <a:r>
              <a:rPr lang="en-US"/>
              <a:t>4. PAI bertujuan untuk mendidik, membimbing, dan mengarahkan maha siswa menjmenjadi pribadi Islami (yakin, taat, dan berakhlak) dalam kerangka diri siswa sebagai individu, anggota kelaurga, bagian masyarakat, warga negara, dan warga dunia. </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02615" y="1199515"/>
            <a:ext cx="10720705" cy="4693285"/>
          </a:xfrm>
        </p:spPr>
        <p:txBody>
          <a:bodyPr/>
          <a:p>
            <a:r>
              <a:rPr lang="en-US"/>
              <a:t>Dalam poin ini menegaskan bahwa tujuan PAI bukanlah menjadikan mahasiswa menjadi ahli ilmu agama Islam ( Akhsani Taqwim).</a:t>
            </a:r>
            <a:endParaRPr lang="en-US"/>
          </a:p>
          <a:p>
            <a:r>
              <a:rPr lang="en-US"/>
              <a:t>5. Insan kamil ( Akhsani Taqwim) adalah pencapaian tujuan PAI tertinggi sehingga mampu menjadi manusia yang dapat menjadi rahmat sekalian alam (rahmatan li al-‘alamin).yang berarti bahwa</a:t>
            </a:r>
            <a:endParaRPr lang="en-US"/>
          </a:p>
          <a:p>
            <a:r>
              <a:rPr lang="en-US"/>
              <a:t>mahasiswa mampu mengimplementasikan dan mengaktualisasikan baik dalam kehidupan pribadi dan     sosialnya mampu menebarkan kedamaian sebagai esensi ajaran agama Islam</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575310" y="469265"/>
            <a:ext cx="7632065" cy="5779770"/>
          </a:xfrm>
          <a:prstGeom prst="rect">
            <a:avLst/>
          </a:prstGeom>
        </p:spPr>
      </p:pic>
      <p:sp>
        <p:nvSpPr>
          <p:cNvPr id="5" name="Oval Callout 4"/>
          <p:cNvSpPr/>
          <p:nvPr/>
        </p:nvSpPr>
        <p:spPr>
          <a:xfrm rot="1080000">
            <a:off x="8502015" y="244475"/>
            <a:ext cx="3594100" cy="2141220"/>
          </a:xfrm>
          <a:prstGeom prst="wedgeEllipseCallout">
            <a:avLst/>
          </a:prstGeom>
          <a:solidFill>
            <a:schemeClr val="accent1">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2000"/>
              <a:t>menurut bapak / Ibu pesan apa  yang tersirat dalam gambar ini??? </a:t>
            </a:r>
            <a:endParaRPr lang="en-US" sz="2000"/>
          </a:p>
        </p:txBody>
      </p:sp>
      <p:sp>
        <p:nvSpPr>
          <p:cNvPr id="6" name="Oval 5"/>
          <p:cNvSpPr/>
          <p:nvPr/>
        </p:nvSpPr>
        <p:spPr>
          <a:xfrm>
            <a:off x="8403590" y="3429000"/>
            <a:ext cx="568960" cy="556895"/>
          </a:xfrm>
          <a:prstGeom prst="ellipse">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Oval 6"/>
          <p:cNvSpPr/>
          <p:nvPr/>
        </p:nvSpPr>
        <p:spPr>
          <a:xfrm rot="900000">
            <a:off x="8208645" y="4108450"/>
            <a:ext cx="529590" cy="423545"/>
          </a:xfrm>
          <a:prstGeom prst="ellipse">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Oval 7"/>
          <p:cNvSpPr/>
          <p:nvPr/>
        </p:nvSpPr>
        <p:spPr>
          <a:xfrm>
            <a:off x="8649970" y="2465070"/>
            <a:ext cx="768350" cy="713105"/>
          </a:xfrm>
          <a:prstGeom prst="ellipse">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1359535" y="1337945"/>
            <a:ext cx="4926965" cy="3753485"/>
          </a:xfrm>
          <a:prstGeom prst="rect">
            <a:avLst/>
          </a:prstGeom>
        </p:spPr>
      </p:pic>
    </p:spTree>
  </p:cSld>
  <p:clrMapOvr>
    <a:masterClrMapping/>
  </p:clrMapOvr>
</p:sld>
</file>

<file path=ppt/theme/theme1.xml><?xml version="1.0" encoding="utf-8"?>
<a:theme xmlns:a="http://schemas.openxmlformats.org/drawingml/2006/main" name="Office Theme">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{C370FC95-41EE-45AE-9F5F-DD7DC165FBF9}tf78438558_win32</Template>
  <TotalTime>0</TotalTime>
  <Words>3167</Words>
  <Application>WPS Presentation</Application>
  <PresentationFormat>Widescreen</PresentationFormat>
  <Paragraphs>83</Paragraphs>
  <Slides>15</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15</vt:i4>
      </vt:variant>
    </vt:vector>
  </HeadingPairs>
  <TitlesOfParts>
    <vt:vector size="28" baseType="lpstr">
      <vt:lpstr>Arial</vt:lpstr>
      <vt:lpstr>SimSun</vt:lpstr>
      <vt:lpstr>Wingdings</vt:lpstr>
      <vt:lpstr>NotoSerif-Bold</vt:lpstr>
      <vt:lpstr>Segoe Print</vt:lpstr>
      <vt:lpstr>Wingdings</vt:lpstr>
      <vt:lpstr>Sabon Next LT</vt:lpstr>
      <vt:lpstr>Arial Black</vt:lpstr>
      <vt:lpstr>Arial Unicode MS</vt:lpstr>
      <vt:lpstr>Calibri</vt:lpstr>
      <vt:lpstr>Microsoft YaHei</vt:lpstr>
      <vt:lpstr>等线</vt:lpstr>
      <vt:lpstr>Office Theme</vt:lpstr>
      <vt:lpstr>cool</vt:lpstr>
      <vt:lpstr>PowerPoint 演示文稿</vt:lpstr>
      <vt:lpstr>PowerPoint 演示文稿</vt:lpstr>
      <vt:lpstr>PowerPoint 演示文稿</vt:lpstr>
      <vt:lpstr>PowerPoint 演示文稿</vt:lpstr>
      <vt:lpstr>Konsep  pendidikan islam</vt:lpstr>
      <vt:lpstr>PowerPoint 演示文稿</vt:lpstr>
      <vt:lpstr>DASAR PENDIDIKAN AGAMA ISLAM</vt:lpstr>
      <vt:lpstr>PowerPoint 演示文稿</vt:lpstr>
      <vt:lpstr>PowerPoint 演示文稿</vt:lpstr>
      <vt:lpstr>PowerPoint 演示文稿</vt:lpstr>
      <vt:lpstr> tujuan PAI, baik menurut ahli  maupun regulasi di Indonesia,</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Pendidikan agama islam </dc:title>
  <dc:creator>chuzaemah chuzaemah</dc:creator>
  <cp:lastModifiedBy>Lenovo</cp:lastModifiedBy>
  <cp:revision>28</cp:revision>
  <dcterms:created xsi:type="dcterms:W3CDTF">2022-09-13T19:10:00Z</dcterms:created>
  <dcterms:modified xsi:type="dcterms:W3CDTF">2023-09-26T13:32:11Z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13AE3840E9AC41D4A96DF67CE1AE1E87</vt:lpwstr>
  </property>
  <property fmtid="{D5CDD505-2E9C-101B-9397-08002B2CF9AE}" pid="3" name="KSOProductBuildVer">
    <vt:lpwstr>1033-12.2.0.13215</vt:lpwstr>
  </property>
</Properties>
</file>