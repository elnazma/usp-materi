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6" r:id="rId3"/>
    <p:sldId id="259" r:id="rId4"/>
    <p:sldId id="260" r:id="rId5"/>
    <p:sldId id="261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4" autoAdjust="0"/>
    <p:restoredTop sz="94660"/>
  </p:normalViewPr>
  <p:slideViewPr>
    <p:cSldViewPr snapToGrid="0">
      <p:cViewPr>
        <p:scale>
          <a:sx n="75" d="100"/>
          <a:sy n="75" d="100"/>
        </p:scale>
        <p:origin x="5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CAPAIAN PEMBELAJARAN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dirty="0" err="1" smtClean="0"/>
              <a:t>Mahasiswa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menjelaksan</a:t>
            </a:r>
            <a:r>
              <a:rPr lang="en-US" dirty="0" smtClean="0"/>
              <a:t> </a:t>
            </a:r>
            <a:r>
              <a:rPr lang="en-US" dirty="0" err="1" smtClean="0"/>
              <a:t>peluang</a:t>
            </a:r>
            <a:r>
              <a:rPr lang="en-US" dirty="0" smtClean="0"/>
              <a:t> </a:t>
            </a:r>
            <a:r>
              <a:rPr lang="en-US" dirty="0" err="1" smtClean="0"/>
              <a:t>kejadian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81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BAB VI PELUANG KEJADIAN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Ir. </a:t>
            </a:r>
            <a:r>
              <a:rPr lang="en-US" dirty="0" err="1" smtClean="0"/>
              <a:t>Masruki</a:t>
            </a:r>
            <a:r>
              <a:rPr lang="en-US" dirty="0" smtClean="0"/>
              <a:t> </a:t>
            </a:r>
            <a:r>
              <a:rPr lang="en-US" dirty="0" err="1" smtClean="0"/>
              <a:t>Kabib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674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A. </a:t>
            </a:r>
            <a:r>
              <a:rPr lang="en-US" dirty="0" err="1" smtClean="0"/>
              <a:t>PeluanG</a:t>
            </a:r>
            <a:r>
              <a:rPr lang="en-US" dirty="0" smtClean="0"/>
              <a:t> GABUNGAN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hasil suatu survei tentang pelanggaran hukum pada kantor</a:t>
            </a:r>
            <a:r>
              <a:rPr lang="id-ID" spc="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pengadilan, melaporkan bahwa terdapat 200 orang dengan kasus pelanggaran</a:t>
            </a:r>
            <a:r>
              <a:rPr lang="id-ID" spc="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pc="-1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hukum.</a:t>
            </a:r>
            <a:r>
              <a:rPr lang="id-ID" spc="-5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pc="-1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110</a:t>
            </a:r>
            <a:r>
              <a:rPr lang="id-ID" spc="-5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pc="-1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kasus</a:t>
            </a:r>
            <a:r>
              <a:rPr lang="id-ID" spc="-4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pc="-1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Narkoba,</a:t>
            </a:r>
            <a:r>
              <a:rPr lang="id-ID" spc="-5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pc="-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100</a:t>
            </a:r>
            <a:r>
              <a:rPr lang="id-ID" spc="-4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pc="-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kasus</a:t>
            </a:r>
            <a:r>
              <a:rPr lang="id-ID" spc="-5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pc="-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Curanmor</a:t>
            </a:r>
            <a:r>
              <a:rPr lang="id-ID" spc="-4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pc="-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dan</a:t>
            </a:r>
            <a:r>
              <a:rPr lang="id-ID" spc="-5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pc="-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40</a:t>
            </a:r>
            <a:r>
              <a:rPr lang="id-ID" spc="-5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pc="-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di</a:t>
            </a:r>
            <a:r>
              <a:rPr lang="id-ID" spc="-4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pc="-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antaranya</a:t>
            </a:r>
            <a:r>
              <a:rPr lang="id-ID" spc="-5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pc="-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terjerat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hukum</a:t>
            </a:r>
            <a:r>
              <a:rPr lang="id-ID" spc="4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karena</a:t>
            </a:r>
            <a:r>
              <a:rPr lang="id-ID" spc="4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kasus</a:t>
            </a:r>
            <a:r>
              <a:rPr lang="id-ID" spc="4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Narkoba</a:t>
            </a:r>
            <a:r>
              <a:rPr lang="id-ID" spc="4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dan</a:t>
            </a:r>
            <a:r>
              <a:rPr lang="id-ID" spc="4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Curanmor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163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149" y="-85161"/>
            <a:ext cx="10364451" cy="1596177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8973" y="496728"/>
            <a:ext cx="11139681" cy="6125745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98" y="712926"/>
            <a:ext cx="10951302" cy="18790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73" y="4926013"/>
            <a:ext cx="9167367" cy="16964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497" y="4032460"/>
            <a:ext cx="9631247" cy="893553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2604655" y="2592021"/>
            <a:ext cx="2230581" cy="125954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001165" y="2619730"/>
            <a:ext cx="2382982" cy="12041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923309" y="2992582"/>
            <a:ext cx="540327" cy="443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70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28654" y="2992581"/>
            <a:ext cx="540327" cy="443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40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20145" y="3001273"/>
            <a:ext cx="540327" cy="443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r>
              <a:rPr lang="en-US" dirty="0" smtClean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0956" y="3566089"/>
            <a:ext cx="540327" cy="443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r>
              <a:rPr lang="en-US" dirty="0" smtClean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506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92101" y="1064765"/>
            <a:ext cx="10821026" cy="4837271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7812" y="812846"/>
            <a:ext cx="13678259" cy="1057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8653" y="2466613"/>
            <a:ext cx="8326583" cy="1305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68655" marR="0">
              <a:lnSpc>
                <a:spcPts val="1630"/>
              </a:lnSpc>
              <a:spcBef>
                <a:spcPts val="505"/>
              </a:spcBef>
              <a:spcAft>
                <a:spcPts val="0"/>
              </a:spcAft>
              <a:tabLst>
                <a:tab pos="920750" algn="l"/>
              </a:tabLst>
            </a:pPr>
            <a:r>
              <a:rPr lang="id-ID" sz="24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	P(K)</a:t>
            </a:r>
            <a:r>
              <a:rPr lang="id-ID" sz="2400" spc="-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z="24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</a:t>
            </a:r>
            <a:r>
              <a:rPr lang="id-ID" sz="2400" u="sng" spc="16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z="2400" u="sng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30 </a:t>
            </a:r>
            <a:r>
              <a:rPr lang="id-ID" sz="2400" u="sng" spc="-2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668655" marR="0">
              <a:lnSpc>
                <a:spcPts val="1630"/>
              </a:lnSpc>
              <a:spcBef>
                <a:spcPts val="505"/>
              </a:spcBef>
              <a:spcAft>
                <a:spcPts val="0"/>
              </a:spcAft>
              <a:tabLst>
                <a:tab pos="920750" algn="l"/>
              </a:tabLst>
            </a:pPr>
            <a:r>
              <a:rPr lang="en-US" sz="24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 smtClean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</a:t>
            </a:r>
            <a:r>
              <a:rPr lang="id-ID" sz="2400" dirty="0" smtClean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200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id-ID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br>
              <a:rPr lang="id-ID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</a:b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    </a:t>
            </a:r>
            <a:r>
              <a:rPr lang="id-ID" sz="2400" dirty="0" smtClean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=</a:t>
            </a:r>
            <a:r>
              <a:rPr lang="id-ID" sz="2400" spc="60" dirty="0" smtClean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sz="24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0,15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43403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US" dirty="0" smtClean="0"/>
              <a:t>. </a:t>
            </a:r>
            <a:r>
              <a:rPr lang="en-US" dirty="0" err="1" smtClean="0"/>
              <a:t>Peluang</a:t>
            </a:r>
            <a:r>
              <a:rPr lang="en-US" dirty="0" smtClean="0"/>
              <a:t> </a:t>
            </a:r>
            <a:r>
              <a:rPr lang="en-US" dirty="0" err="1" smtClean="0"/>
              <a:t>Kejadian</a:t>
            </a:r>
            <a:r>
              <a:rPr lang="en-US" dirty="0" smtClean="0"/>
              <a:t> </a:t>
            </a:r>
            <a:r>
              <a:rPr lang="en-US" dirty="0" err="1" smtClean="0"/>
              <a:t>Saling</a:t>
            </a:r>
            <a:r>
              <a:rPr lang="en-US" dirty="0" smtClean="0"/>
              <a:t> ASING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97874" y="1185992"/>
            <a:ext cx="10363826" cy="3424107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sebuah dadu bersisi enam dilempar satu kali.</a:t>
            </a:r>
            <a:r>
              <a:rPr lang="id-ID" spc="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Berapa peluang kejadian munculnya mata dadu angka kurang dari 3 atau mata</a:t>
            </a:r>
            <a:r>
              <a:rPr lang="id-ID" spc="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dadu</a:t>
            </a:r>
            <a:r>
              <a:rPr lang="id-ID" spc="35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angka</a:t>
            </a:r>
            <a:r>
              <a:rPr lang="id-ID" spc="4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lebih</a:t>
            </a:r>
            <a:r>
              <a:rPr lang="id-ID" spc="4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dari</a:t>
            </a:r>
            <a:r>
              <a:rPr lang="id-ID" spc="4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atau</a:t>
            </a:r>
            <a:r>
              <a:rPr lang="id-ID" spc="4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sama</a:t>
            </a:r>
            <a:r>
              <a:rPr lang="id-ID" spc="4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dengan</a:t>
            </a:r>
            <a:r>
              <a:rPr lang="id-ID" spc="4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id-ID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4?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3800" y="2898045"/>
            <a:ext cx="10829488" cy="227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341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C. PELUANG KEJADIAN SALING BEBAS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06" y="2214694"/>
            <a:ext cx="8447093" cy="3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61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contoh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4794" y="1761309"/>
            <a:ext cx="8015293" cy="417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074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06" y="2186477"/>
            <a:ext cx="9182082" cy="28808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6400" y="727192"/>
            <a:ext cx="15061105" cy="8113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707" y="1375133"/>
            <a:ext cx="14522538" cy="45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14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D. PELUANG KEJADIAN BERSYARAT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206" y="2087692"/>
            <a:ext cx="7850193" cy="358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85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06" y="549016"/>
            <a:ext cx="9001671" cy="616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228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18517"/>
            <a:ext cx="9905875" cy="22135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06" y="3226711"/>
            <a:ext cx="9374983" cy="271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29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4000" dirty="0" err="1" smtClean="0"/>
              <a:t>TErIMA</a:t>
            </a:r>
            <a:r>
              <a:rPr lang="en-US" sz="4000" dirty="0" smtClean="0"/>
              <a:t> KASIH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0172726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156</TotalTime>
  <Words>113</Words>
  <Application>Microsoft Office PowerPoint</Application>
  <PresentationFormat>Widescreen</PresentationFormat>
  <Paragraphs>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Cambria</vt:lpstr>
      <vt:lpstr>Tw Cen MT</vt:lpstr>
      <vt:lpstr>Droplet</vt:lpstr>
      <vt:lpstr>CAPAIAN PEMBELAJARAN</vt:lpstr>
      <vt:lpstr>BAB VI PELUANG KEJADIAN</vt:lpstr>
      <vt:lpstr>A. PeluanG GABUNGAN</vt:lpstr>
      <vt:lpstr> </vt:lpstr>
      <vt:lpstr> </vt:lpstr>
      <vt:lpstr>B. Peluang Kejadian Saling ASING</vt:lpstr>
      <vt:lpstr>C. PELUANG KEJADIAN SALING BEBAS </vt:lpstr>
      <vt:lpstr>contoh</vt:lpstr>
      <vt:lpstr> </vt:lpstr>
      <vt:lpstr>D. PELUANG KEJADIAN BERSYARAT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VI PELUANG KEJADIAN</dc:title>
  <dc:creator>Windows User</dc:creator>
  <cp:lastModifiedBy>Windows User</cp:lastModifiedBy>
  <cp:revision>8</cp:revision>
  <dcterms:created xsi:type="dcterms:W3CDTF">2022-10-20T21:44:45Z</dcterms:created>
  <dcterms:modified xsi:type="dcterms:W3CDTF">2022-10-21T00:21:12Z</dcterms:modified>
</cp:coreProperties>
</file>